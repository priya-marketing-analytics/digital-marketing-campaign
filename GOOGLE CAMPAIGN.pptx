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2"/>
    <p:sldId id="286" r:id="rId3"/>
    <p:sldId id="289" r:id="rId4"/>
    <p:sldId id="292" r:id="rId5"/>
    <p:sldId id="293" r:id="rId6"/>
    <p:sldId id="300" r:id="rId7"/>
    <p:sldId id="287" r:id="rId8"/>
    <p:sldId id="295" r:id="rId9"/>
    <p:sldId id="302" r:id="rId10"/>
    <p:sldId id="260" r:id="rId11"/>
    <p:sldId id="259" r:id="rId12"/>
    <p:sldId id="258" r:id="rId13"/>
    <p:sldId id="256" r:id="rId14"/>
    <p:sldId id="257" r:id="rId15"/>
    <p:sldId id="263" r:id="rId16"/>
    <p:sldId id="262" r:id="rId17"/>
    <p:sldId id="265" r:id="rId18"/>
    <p:sldId id="266" r:id="rId19"/>
    <p:sldId id="267" r:id="rId20"/>
    <p:sldId id="269" r:id="rId21"/>
    <p:sldId id="270" r:id="rId22"/>
    <p:sldId id="271" r:id="rId23"/>
    <p:sldId id="272" r:id="rId24"/>
    <p:sldId id="273" r:id="rId25"/>
    <p:sldId id="274" r:id="rId26"/>
    <p:sldId id="275" r:id="rId27"/>
    <p:sldId id="277" r:id="rId28"/>
    <p:sldId id="276" r:id="rId29"/>
    <p:sldId id="280" r:id="rId30"/>
    <p:sldId id="281" r:id="rId31"/>
    <p:sldId id="282" r:id="rId32"/>
    <p:sldId id="283" r:id="rId33"/>
    <p:sldId id="304" r:id="rId34"/>
    <p:sldId id="284" r:id="rId35"/>
    <p:sldId id="291" r:id="rId36"/>
    <p:sldId id="296" r:id="rId37"/>
    <p:sldId id="305" r:id="rId38"/>
    <p:sldId id="298" r:id="rId39"/>
    <p:sldId id="29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D0B6"/>
    <a:srgbClr val="945200"/>
    <a:srgbClr val="760616"/>
    <a:srgbClr val="F5D6E9"/>
    <a:srgbClr val="006F19"/>
    <a:srgbClr val="00AC3D"/>
    <a:srgbClr val="84BDA7"/>
    <a:srgbClr val="BE4B5F"/>
    <a:srgbClr val="BC6468"/>
    <a:srgbClr val="CD9D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3"/>
    <p:restoredTop sz="95928"/>
  </p:normalViewPr>
  <p:slideViewPr>
    <p:cSldViewPr snapToGrid="0">
      <p:cViewPr varScale="1">
        <p:scale>
          <a:sx n="115" d="100"/>
          <a:sy n="115" d="100"/>
        </p:scale>
        <p:origin x="4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DFAAD9-3B58-4A05-9146-C8C156AAB2B3}"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C50B301A-FFB6-46FA-A131-20F455BE1912}">
      <dgm:prSet/>
      <dgm:spPr/>
      <dgm:t>
        <a:bodyPr/>
        <a:lstStyle/>
        <a:p>
          <a:r>
            <a:rPr lang="en-US" dirty="0"/>
            <a:t>Total Budget</a:t>
          </a:r>
          <a:br>
            <a:rPr lang="en-US" dirty="0"/>
          </a:br>
          <a:br>
            <a:rPr lang="en-US" dirty="0"/>
          </a:br>
          <a:r>
            <a:rPr lang="en-US" b="1" dirty="0"/>
            <a:t>$921</a:t>
          </a:r>
        </a:p>
      </dgm:t>
    </dgm:pt>
    <dgm:pt modelId="{5C6E4A64-89BD-4484-AF4E-6A1EE286DF48}" type="parTrans" cxnId="{C89E5171-11FD-4C36-BCA6-B305A3BF1BEC}">
      <dgm:prSet/>
      <dgm:spPr/>
      <dgm:t>
        <a:bodyPr/>
        <a:lstStyle/>
        <a:p>
          <a:endParaRPr lang="en-US"/>
        </a:p>
      </dgm:t>
    </dgm:pt>
    <dgm:pt modelId="{D8B18715-CA39-45C3-A645-D5F40DC22448}" type="sibTrans" cxnId="{C89E5171-11FD-4C36-BCA6-B305A3BF1BEC}">
      <dgm:prSet phldrT="01" phldr="0"/>
      <dgm:spPr/>
      <dgm:t>
        <a:bodyPr/>
        <a:lstStyle/>
        <a:p>
          <a:endParaRPr lang="en-US" dirty="0"/>
        </a:p>
      </dgm:t>
    </dgm:pt>
    <dgm:pt modelId="{F647046F-9897-4AD0-A8FB-F820698D84F6}">
      <dgm:prSet/>
      <dgm:spPr/>
      <dgm:t>
        <a:bodyPr/>
        <a:lstStyle/>
        <a:p>
          <a:r>
            <a:rPr lang="en-US" dirty="0"/>
            <a:t>Total Conversions from Google Ads</a:t>
          </a:r>
          <a:br>
            <a:rPr lang="en-US" dirty="0"/>
          </a:br>
          <a:r>
            <a:rPr lang="en-US" dirty="0"/>
            <a:t> </a:t>
          </a:r>
          <a:br>
            <a:rPr lang="en-US" dirty="0"/>
          </a:br>
          <a:r>
            <a:rPr lang="en-US" b="1" dirty="0"/>
            <a:t>495</a:t>
          </a:r>
        </a:p>
      </dgm:t>
    </dgm:pt>
    <dgm:pt modelId="{34189EDB-53BC-4782-9608-EA68CFB9CFDF}" type="parTrans" cxnId="{16FEB9ED-013D-4825-9E02-790F3DC66D6D}">
      <dgm:prSet/>
      <dgm:spPr/>
      <dgm:t>
        <a:bodyPr/>
        <a:lstStyle/>
        <a:p>
          <a:endParaRPr lang="en-US"/>
        </a:p>
      </dgm:t>
    </dgm:pt>
    <dgm:pt modelId="{BD96689E-F2F8-4484-85F1-DBF5E6494BBB}" type="sibTrans" cxnId="{16FEB9ED-013D-4825-9E02-790F3DC66D6D}">
      <dgm:prSet phldrT="02" phldr="0"/>
      <dgm:spPr/>
      <dgm:t>
        <a:bodyPr/>
        <a:lstStyle/>
        <a:p>
          <a:endParaRPr lang="en-US"/>
        </a:p>
      </dgm:t>
    </dgm:pt>
    <dgm:pt modelId="{52CF1439-8885-476B-B37A-7E80A8AC7395}">
      <dgm:prSet/>
      <dgm:spPr/>
      <dgm:t>
        <a:bodyPr/>
        <a:lstStyle/>
        <a:p>
          <a:r>
            <a:rPr lang="en-US" dirty="0"/>
            <a:t>Total Impressions from Google Ads</a:t>
          </a:r>
          <a:br>
            <a:rPr lang="en-US" dirty="0"/>
          </a:br>
          <a:br>
            <a:rPr lang="en-US" dirty="0"/>
          </a:br>
          <a:r>
            <a:rPr lang="en-US" b="1" dirty="0"/>
            <a:t>94,487</a:t>
          </a:r>
        </a:p>
      </dgm:t>
    </dgm:pt>
    <dgm:pt modelId="{4ECFE1EA-365C-4D4E-87F4-7AE5D6175531}" type="parTrans" cxnId="{920158F5-40B4-4AC9-9853-AF4A82357CF4}">
      <dgm:prSet/>
      <dgm:spPr/>
      <dgm:t>
        <a:bodyPr/>
        <a:lstStyle/>
        <a:p>
          <a:endParaRPr lang="en-US"/>
        </a:p>
      </dgm:t>
    </dgm:pt>
    <dgm:pt modelId="{3C4AF141-B93B-4420-9235-CA697839893F}" type="sibTrans" cxnId="{920158F5-40B4-4AC9-9853-AF4A82357CF4}">
      <dgm:prSet phldrT="03" phldr="0"/>
      <dgm:spPr/>
      <dgm:t>
        <a:bodyPr/>
        <a:lstStyle/>
        <a:p>
          <a:endParaRPr lang="en-US"/>
        </a:p>
      </dgm:t>
    </dgm:pt>
    <dgm:pt modelId="{AEC471BD-44EB-41AE-BB0E-A7A74F1272DE}">
      <dgm:prSet/>
      <dgm:spPr/>
      <dgm:t>
        <a:bodyPr/>
        <a:lstStyle/>
        <a:p>
          <a:r>
            <a:rPr lang="en-US" dirty="0"/>
            <a:t>Total clicks from Google Ads </a:t>
          </a:r>
          <a:br>
            <a:rPr lang="en-US" dirty="0"/>
          </a:br>
          <a:br>
            <a:rPr lang="en-US" dirty="0"/>
          </a:br>
          <a:r>
            <a:rPr lang="en-US" b="1" dirty="0"/>
            <a:t> 8,751</a:t>
          </a:r>
        </a:p>
      </dgm:t>
    </dgm:pt>
    <dgm:pt modelId="{7220C612-EDA8-4211-AD4E-5D043CEB9788}" type="parTrans" cxnId="{38D27FCF-C9CD-4A7C-883B-006CB4660E67}">
      <dgm:prSet/>
      <dgm:spPr/>
      <dgm:t>
        <a:bodyPr/>
        <a:lstStyle/>
        <a:p>
          <a:endParaRPr lang="en-US"/>
        </a:p>
      </dgm:t>
    </dgm:pt>
    <dgm:pt modelId="{37688F7A-B891-4A2E-BCAD-52C92ED6EB02}" type="sibTrans" cxnId="{38D27FCF-C9CD-4A7C-883B-006CB4660E67}">
      <dgm:prSet phldrT="04" phldr="0"/>
      <dgm:spPr/>
      <dgm:t>
        <a:bodyPr/>
        <a:lstStyle/>
        <a:p>
          <a:endParaRPr lang="en-US"/>
        </a:p>
      </dgm:t>
    </dgm:pt>
    <dgm:pt modelId="{454FB14E-4BB8-4E64-A1B4-72A9F7893B61}">
      <dgm:prSet/>
      <dgm:spPr/>
      <dgm:t>
        <a:bodyPr/>
        <a:lstStyle/>
        <a:p>
          <a:r>
            <a:rPr lang="en-US" dirty="0"/>
            <a:t>Total Impressions from Facebook Ad</a:t>
          </a:r>
        </a:p>
        <a:p>
          <a:br>
            <a:rPr lang="en-US" dirty="0"/>
          </a:br>
          <a:r>
            <a:rPr lang="en-US" b="1" dirty="0"/>
            <a:t>1,287,746</a:t>
          </a:r>
        </a:p>
      </dgm:t>
    </dgm:pt>
    <dgm:pt modelId="{8BACBAEF-2DEC-40FE-8A3D-D2EA3EE5A8F7}" type="parTrans" cxnId="{9DBA94A1-FB15-4246-9223-A143882A98DF}">
      <dgm:prSet/>
      <dgm:spPr/>
      <dgm:t>
        <a:bodyPr/>
        <a:lstStyle/>
        <a:p>
          <a:endParaRPr lang="en-US"/>
        </a:p>
      </dgm:t>
    </dgm:pt>
    <dgm:pt modelId="{93B46418-E3A8-46A7-A5B8-95198D8A8302}" type="sibTrans" cxnId="{9DBA94A1-FB15-4246-9223-A143882A98DF}">
      <dgm:prSet phldrT="05" phldr="0"/>
      <dgm:spPr/>
      <dgm:t>
        <a:bodyPr/>
        <a:lstStyle/>
        <a:p>
          <a:endParaRPr lang="en-US"/>
        </a:p>
      </dgm:t>
    </dgm:pt>
    <dgm:pt modelId="{52530AD4-E82B-864F-857C-3DB1F4759D38}" type="pres">
      <dgm:prSet presAssocID="{4FDFAAD9-3B58-4A05-9146-C8C156AAB2B3}" presName="diagram" presStyleCnt="0">
        <dgm:presLayoutVars>
          <dgm:dir/>
          <dgm:resizeHandles val="exact"/>
        </dgm:presLayoutVars>
      </dgm:prSet>
      <dgm:spPr/>
    </dgm:pt>
    <dgm:pt modelId="{775B44E9-15CB-1B43-B414-EAE4438D9127}" type="pres">
      <dgm:prSet presAssocID="{C50B301A-FFB6-46FA-A131-20F455BE1912}" presName="node" presStyleLbl="node1" presStyleIdx="0" presStyleCnt="5">
        <dgm:presLayoutVars>
          <dgm:bulletEnabled val="1"/>
        </dgm:presLayoutVars>
      </dgm:prSet>
      <dgm:spPr/>
    </dgm:pt>
    <dgm:pt modelId="{A80F286B-234A-F24F-8B14-1C9CE6AD559B}" type="pres">
      <dgm:prSet presAssocID="{D8B18715-CA39-45C3-A645-D5F40DC22448}" presName="sibTrans" presStyleCnt="0"/>
      <dgm:spPr/>
    </dgm:pt>
    <dgm:pt modelId="{000D4239-B1B9-3A4B-B31E-81AB2AB80A8C}" type="pres">
      <dgm:prSet presAssocID="{F647046F-9897-4AD0-A8FB-F820698D84F6}" presName="node" presStyleLbl="node1" presStyleIdx="1" presStyleCnt="5">
        <dgm:presLayoutVars>
          <dgm:bulletEnabled val="1"/>
        </dgm:presLayoutVars>
      </dgm:prSet>
      <dgm:spPr/>
    </dgm:pt>
    <dgm:pt modelId="{6FEDE6E7-6D09-2E40-9BE6-C50EC8C869EB}" type="pres">
      <dgm:prSet presAssocID="{BD96689E-F2F8-4484-85F1-DBF5E6494BBB}" presName="sibTrans" presStyleCnt="0"/>
      <dgm:spPr/>
    </dgm:pt>
    <dgm:pt modelId="{5B6DFDF7-7B70-FF44-9D00-F80F72BEB6E0}" type="pres">
      <dgm:prSet presAssocID="{52CF1439-8885-476B-B37A-7E80A8AC7395}" presName="node" presStyleLbl="node1" presStyleIdx="2" presStyleCnt="5">
        <dgm:presLayoutVars>
          <dgm:bulletEnabled val="1"/>
        </dgm:presLayoutVars>
      </dgm:prSet>
      <dgm:spPr/>
    </dgm:pt>
    <dgm:pt modelId="{FFA75730-0E62-8943-8F18-DDFC79D4FAD4}" type="pres">
      <dgm:prSet presAssocID="{3C4AF141-B93B-4420-9235-CA697839893F}" presName="sibTrans" presStyleCnt="0"/>
      <dgm:spPr/>
    </dgm:pt>
    <dgm:pt modelId="{40F35B0B-EB01-D64B-8011-F39A3317D8A5}" type="pres">
      <dgm:prSet presAssocID="{AEC471BD-44EB-41AE-BB0E-A7A74F1272DE}" presName="node" presStyleLbl="node1" presStyleIdx="3" presStyleCnt="5">
        <dgm:presLayoutVars>
          <dgm:bulletEnabled val="1"/>
        </dgm:presLayoutVars>
      </dgm:prSet>
      <dgm:spPr/>
    </dgm:pt>
    <dgm:pt modelId="{5C2C2E01-93C0-1B4D-8D78-708BBD953CE7}" type="pres">
      <dgm:prSet presAssocID="{37688F7A-B891-4A2E-BCAD-52C92ED6EB02}" presName="sibTrans" presStyleCnt="0"/>
      <dgm:spPr/>
    </dgm:pt>
    <dgm:pt modelId="{3F195EEF-0168-5C43-A5AF-0D863C295732}" type="pres">
      <dgm:prSet presAssocID="{454FB14E-4BB8-4E64-A1B4-72A9F7893B61}" presName="node" presStyleLbl="node1" presStyleIdx="4" presStyleCnt="5">
        <dgm:presLayoutVars>
          <dgm:bulletEnabled val="1"/>
        </dgm:presLayoutVars>
      </dgm:prSet>
      <dgm:spPr/>
    </dgm:pt>
  </dgm:ptLst>
  <dgm:cxnLst>
    <dgm:cxn modelId="{A1CBD625-63CB-2D4A-BAA6-BBD414C58EE7}" type="presOf" srcId="{C50B301A-FFB6-46FA-A131-20F455BE1912}" destId="{775B44E9-15CB-1B43-B414-EAE4438D9127}" srcOrd="0" destOrd="0" presId="urn:microsoft.com/office/officeart/2005/8/layout/default"/>
    <dgm:cxn modelId="{F761DF32-F32E-F046-BDB0-0B2864C78A40}" type="presOf" srcId="{52CF1439-8885-476B-B37A-7E80A8AC7395}" destId="{5B6DFDF7-7B70-FF44-9D00-F80F72BEB6E0}" srcOrd="0" destOrd="0" presId="urn:microsoft.com/office/officeart/2005/8/layout/default"/>
    <dgm:cxn modelId="{44B46A3B-1EEB-5846-8C86-8FF82CB97031}" type="presOf" srcId="{4FDFAAD9-3B58-4A05-9146-C8C156AAB2B3}" destId="{52530AD4-E82B-864F-857C-3DB1F4759D38}" srcOrd="0" destOrd="0" presId="urn:microsoft.com/office/officeart/2005/8/layout/default"/>
    <dgm:cxn modelId="{8A12555A-BEF7-7B41-89DE-8D832317082F}" type="presOf" srcId="{F647046F-9897-4AD0-A8FB-F820698D84F6}" destId="{000D4239-B1B9-3A4B-B31E-81AB2AB80A8C}" srcOrd="0" destOrd="0" presId="urn:microsoft.com/office/officeart/2005/8/layout/default"/>
    <dgm:cxn modelId="{C89E5171-11FD-4C36-BCA6-B305A3BF1BEC}" srcId="{4FDFAAD9-3B58-4A05-9146-C8C156AAB2B3}" destId="{C50B301A-FFB6-46FA-A131-20F455BE1912}" srcOrd="0" destOrd="0" parTransId="{5C6E4A64-89BD-4484-AF4E-6A1EE286DF48}" sibTransId="{D8B18715-CA39-45C3-A645-D5F40DC22448}"/>
    <dgm:cxn modelId="{9DBA94A1-FB15-4246-9223-A143882A98DF}" srcId="{4FDFAAD9-3B58-4A05-9146-C8C156AAB2B3}" destId="{454FB14E-4BB8-4E64-A1B4-72A9F7893B61}" srcOrd="4" destOrd="0" parTransId="{8BACBAEF-2DEC-40FE-8A3D-D2EA3EE5A8F7}" sibTransId="{93B46418-E3A8-46A7-A5B8-95198D8A8302}"/>
    <dgm:cxn modelId="{0050C9AC-C0E4-3941-A3AB-AA80034AEF45}" type="presOf" srcId="{AEC471BD-44EB-41AE-BB0E-A7A74F1272DE}" destId="{40F35B0B-EB01-D64B-8011-F39A3317D8A5}" srcOrd="0" destOrd="0" presId="urn:microsoft.com/office/officeart/2005/8/layout/default"/>
    <dgm:cxn modelId="{38D27FCF-C9CD-4A7C-883B-006CB4660E67}" srcId="{4FDFAAD9-3B58-4A05-9146-C8C156AAB2B3}" destId="{AEC471BD-44EB-41AE-BB0E-A7A74F1272DE}" srcOrd="3" destOrd="0" parTransId="{7220C612-EDA8-4211-AD4E-5D043CEB9788}" sibTransId="{37688F7A-B891-4A2E-BCAD-52C92ED6EB02}"/>
    <dgm:cxn modelId="{A66275E1-F8BF-EC43-A196-21027F6BAC05}" type="presOf" srcId="{454FB14E-4BB8-4E64-A1B4-72A9F7893B61}" destId="{3F195EEF-0168-5C43-A5AF-0D863C295732}" srcOrd="0" destOrd="0" presId="urn:microsoft.com/office/officeart/2005/8/layout/default"/>
    <dgm:cxn modelId="{16FEB9ED-013D-4825-9E02-790F3DC66D6D}" srcId="{4FDFAAD9-3B58-4A05-9146-C8C156AAB2B3}" destId="{F647046F-9897-4AD0-A8FB-F820698D84F6}" srcOrd="1" destOrd="0" parTransId="{34189EDB-53BC-4782-9608-EA68CFB9CFDF}" sibTransId="{BD96689E-F2F8-4484-85F1-DBF5E6494BBB}"/>
    <dgm:cxn modelId="{920158F5-40B4-4AC9-9853-AF4A82357CF4}" srcId="{4FDFAAD9-3B58-4A05-9146-C8C156AAB2B3}" destId="{52CF1439-8885-476B-B37A-7E80A8AC7395}" srcOrd="2" destOrd="0" parTransId="{4ECFE1EA-365C-4D4E-87F4-7AE5D6175531}" sibTransId="{3C4AF141-B93B-4420-9235-CA697839893F}"/>
    <dgm:cxn modelId="{8070EE09-4E82-A848-AF9E-9FFA862FD2E6}" type="presParOf" srcId="{52530AD4-E82B-864F-857C-3DB1F4759D38}" destId="{775B44E9-15CB-1B43-B414-EAE4438D9127}" srcOrd="0" destOrd="0" presId="urn:microsoft.com/office/officeart/2005/8/layout/default"/>
    <dgm:cxn modelId="{78635388-1A4A-494B-98FE-9092666A1802}" type="presParOf" srcId="{52530AD4-E82B-864F-857C-3DB1F4759D38}" destId="{A80F286B-234A-F24F-8B14-1C9CE6AD559B}" srcOrd="1" destOrd="0" presId="urn:microsoft.com/office/officeart/2005/8/layout/default"/>
    <dgm:cxn modelId="{E5A9E0CA-DD21-8140-AF7F-7DE85CAFE8CE}" type="presParOf" srcId="{52530AD4-E82B-864F-857C-3DB1F4759D38}" destId="{000D4239-B1B9-3A4B-B31E-81AB2AB80A8C}" srcOrd="2" destOrd="0" presId="urn:microsoft.com/office/officeart/2005/8/layout/default"/>
    <dgm:cxn modelId="{7312FDFB-791C-7C4B-9E6C-8E7B4833F7AD}" type="presParOf" srcId="{52530AD4-E82B-864F-857C-3DB1F4759D38}" destId="{6FEDE6E7-6D09-2E40-9BE6-C50EC8C869EB}" srcOrd="3" destOrd="0" presId="urn:microsoft.com/office/officeart/2005/8/layout/default"/>
    <dgm:cxn modelId="{52E51D5C-AB24-0A4C-8827-3A7A288CAF83}" type="presParOf" srcId="{52530AD4-E82B-864F-857C-3DB1F4759D38}" destId="{5B6DFDF7-7B70-FF44-9D00-F80F72BEB6E0}" srcOrd="4" destOrd="0" presId="urn:microsoft.com/office/officeart/2005/8/layout/default"/>
    <dgm:cxn modelId="{3AAE56A5-E58D-7747-B472-236D203D52D3}" type="presParOf" srcId="{52530AD4-E82B-864F-857C-3DB1F4759D38}" destId="{FFA75730-0E62-8943-8F18-DDFC79D4FAD4}" srcOrd="5" destOrd="0" presId="urn:microsoft.com/office/officeart/2005/8/layout/default"/>
    <dgm:cxn modelId="{BF30B4E1-6C8A-7844-8826-BDD660827F1B}" type="presParOf" srcId="{52530AD4-E82B-864F-857C-3DB1F4759D38}" destId="{40F35B0B-EB01-D64B-8011-F39A3317D8A5}" srcOrd="6" destOrd="0" presId="urn:microsoft.com/office/officeart/2005/8/layout/default"/>
    <dgm:cxn modelId="{7DEB235A-1145-7740-ABC7-49B7E4C8D71A}" type="presParOf" srcId="{52530AD4-E82B-864F-857C-3DB1F4759D38}" destId="{5C2C2E01-93C0-1B4D-8D78-708BBD953CE7}" srcOrd="7" destOrd="0" presId="urn:microsoft.com/office/officeart/2005/8/layout/default"/>
    <dgm:cxn modelId="{9BC52EEB-1764-8948-A65C-5CA096C12A19}" type="presParOf" srcId="{52530AD4-E82B-864F-857C-3DB1F4759D38}" destId="{3F195EEF-0168-5C43-A5AF-0D863C295732}"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8A1310-457C-46C1-B675-4CF9C8D0D070}" type="doc">
      <dgm:prSet loTypeId="urn:microsoft.com/office/officeart/2016/7/layout/VerticalSolidActionList" loCatId="List" qsTypeId="urn:microsoft.com/office/officeart/2005/8/quickstyle/simple1" qsCatId="simple" csTypeId="urn:microsoft.com/office/officeart/2005/8/colors/colorful2" csCatId="colorful" phldr="1"/>
      <dgm:spPr/>
      <dgm:t>
        <a:bodyPr/>
        <a:lstStyle/>
        <a:p>
          <a:endParaRPr lang="en-US"/>
        </a:p>
      </dgm:t>
    </dgm:pt>
    <dgm:pt modelId="{8CBFF6D6-F659-E744-A7F0-8FFCEB614E99}">
      <dgm:prSet/>
      <dgm:spPr>
        <a:solidFill>
          <a:schemeClr val="tx1">
            <a:lumMod val="65000"/>
            <a:lumOff val="35000"/>
          </a:schemeClr>
        </a:solidFill>
      </dgm:spPr>
      <dgm:t>
        <a:bodyPr/>
        <a:lstStyle/>
        <a:p>
          <a:r>
            <a:rPr lang="en-US" b="1">
              <a:latin typeface="APPLE CHANCERY" panose="03020702040506060504" pitchFamily="66" charset="-79"/>
              <a:cs typeface="APPLE CHANCERY" panose="03020702040506060504" pitchFamily="66" charset="-79"/>
            </a:rPr>
            <a:t>Track/Modify</a:t>
          </a:r>
          <a:endParaRPr lang="en-US" b="1">
            <a:latin typeface="Apple Chancery" panose="03020702040506060504" pitchFamily="66" charset="-79"/>
            <a:cs typeface="Apple Chancery" panose="03020702040506060504" pitchFamily="66" charset="-79"/>
          </a:endParaRPr>
        </a:p>
      </dgm:t>
    </dgm:pt>
    <dgm:pt modelId="{3F91C90C-E62C-274B-8CBB-70F2C6207466}" type="parTrans" cxnId="{DD2F34CC-E0E2-C04D-98FA-7105C15BEFE5}">
      <dgm:prSet/>
      <dgm:spPr/>
      <dgm:t>
        <a:bodyPr/>
        <a:lstStyle/>
        <a:p>
          <a:endParaRPr lang="en-US"/>
        </a:p>
      </dgm:t>
    </dgm:pt>
    <dgm:pt modelId="{FA51C641-D84B-714C-ABA0-99DC49C24A40}" type="sibTrans" cxnId="{DD2F34CC-E0E2-C04D-98FA-7105C15BEFE5}">
      <dgm:prSet/>
      <dgm:spPr/>
      <dgm:t>
        <a:bodyPr/>
        <a:lstStyle/>
        <a:p>
          <a:endParaRPr lang="en-US"/>
        </a:p>
      </dgm:t>
    </dgm:pt>
    <dgm:pt modelId="{489F0D7C-DEE7-2146-B629-D2E47DC5B68D}">
      <dgm:prSet custT="1"/>
      <dgm:spPr>
        <a:solidFill>
          <a:schemeClr val="tx1">
            <a:lumMod val="50000"/>
            <a:lumOff val="50000"/>
            <a:alpha val="90000"/>
          </a:schemeClr>
        </a:solidFill>
      </dgm:spPr>
      <dgm:t>
        <a:bodyPr/>
        <a:lstStyle/>
        <a:p>
          <a:r>
            <a:rPr lang="en-US" sz="1600" b="1" dirty="0">
              <a:solidFill>
                <a:schemeClr val="bg1"/>
              </a:solidFill>
              <a:latin typeface="Apple Chancery" panose="03020702040506060504" pitchFamily="66" charset="-79"/>
              <a:cs typeface="Apple Chancery" panose="03020702040506060504" pitchFamily="66" charset="-79"/>
            </a:rPr>
            <a:t>Reallocate your budget by spending more on keywords or ad groups that are performing well and less on those that aren’t. Introduce re-marketing campaigns to re-engage high potential users.</a:t>
          </a:r>
        </a:p>
      </dgm:t>
    </dgm:pt>
    <dgm:pt modelId="{5E7A46DB-9512-8E48-BBA9-E3BC31F39F54}" type="parTrans" cxnId="{4402FDBC-7B8D-5740-BA6E-B4373EA154B8}">
      <dgm:prSet/>
      <dgm:spPr/>
      <dgm:t>
        <a:bodyPr/>
        <a:lstStyle/>
        <a:p>
          <a:endParaRPr lang="en-US"/>
        </a:p>
      </dgm:t>
    </dgm:pt>
    <dgm:pt modelId="{07CF5CEB-5F90-6F40-A8EC-EE41869FB925}" type="sibTrans" cxnId="{4402FDBC-7B8D-5740-BA6E-B4373EA154B8}">
      <dgm:prSet/>
      <dgm:spPr/>
      <dgm:t>
        <a:bodyPr/>
        <a:lstStyle/>
        <a:p>
          <a:endParaRPr lang="en-US"/>
        </a:p>
      </dgm:t>
    </dgm:pt>
    <dgm:pt modelId="{334EEAEC-6534-0640-BA02-492F1F900FA5}">
      <dgm:prSet/>
      <dgm:spPr>
        <a:solidFill>
          <a:schemeClr val="accent2">
            <a:lumMod val="75000"/>
          </a:schemeClr>
        </a:solidFill>
      </dgm:spPr>
      <dgm:t>
        <a:bodyPr/>
        <a:lstStyle/>
        <a:p>
          <a:r>
            <a:rPr lang="en-US" b="1">
              <a:latin typeface="APPLE CHANCERY" panose="03020702040506060504" pitchFamily="66" charset="-79"/>
              <a:cs typeface="APPLE CHANCERY" panose="03020702040506060504" pitchFamily="66" charset="-79"/>
            </a:rPr>
            <a:t>Dayparting</a:t>
          </a:r>
          <a:endParaRPr lang="en-US" b="1">
            <a:latin typeface="Apple Chancery" panose="03020702040506060504" pitchFamily="66" charset="-79"/>
            <a:cs typeface="Apple Chancery" panose="03020702040506060504" pitchFamily="66" charset="-79"/>
          </a:endParaRPr>
        </a:p>
      </dgm:t>
    </dgm:pt>
    <dgm:pt modelId="{F8AE52C9-A249-254C-8DCE-5362B9089712}" type="parTrans" cxnId="{04E00918-2102-394A-8259-E7267992FAFE}">
      <dgm:prSet/>
      <dgm:spPr/>
      <dgm:t>
        <a:bodyPr/>
        <a:lstStyle/>
        <a:p>
          <a:endParaRPr lang="en-US"/>
        </a:p>
      </dgm:t>
    </dgm:pt>
    <dgm:pt modelId="{46B19B4D-2447-4D48-A884-58A56EE33BCD}" type="sibTrans" cxnId="{04E00918-2102-394A-8259-E7267992FAFE}">
      <dgm:prSet/>
      <dgm:spPr/>
      <dgm:t>
        <a:bodyPr/>
        <a:lstStyle/>
        <a:p>
          <a:endParaRPr lang="en-US"/>
        </a:p>
      </dgm:t>
    </dgm:pt>
    <dgm:pt modelId="{F4A9E8E3-7A92-264C-B166-12D0C1084E50}">
      <dgm:prSet custT="1"/>
      <dgm:spPr>
        <a:solidFill>
          <a:schemeClr val="accent2">
            <a:lumMod val="75000"/>
            <a:alpha val="90000"/>
          </a:scheme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Plan your advertisements to run on the days or hours when your target audience is most engaged.</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7DD0A077-CDFB-B642-B36C-BDCC4BE104DC}" type="parTrans" cxnId="{0F201797-E211-234C-BA83-A7E98E9C970D}">
      <dgm:prSet/>
      <dgm:spPr/>
      <dgm:t>
        <a:bodyPr/>
        <a:lstStyle/>
        <a:p>
          <a:endParaRPr lang="en-US"/>
        </a:p>
      </dgm:t>
    </dgm:pt>
    <dgm:pt modelId="{C15C2448-02A9-4B40-AA9F-220FB74556A0}" type="sibTrans" cxnId="{0F201797-E211-234C-BA83-A7E98E9C970D}">
      <dgm:prSet/>
      <dgm:spPr/>
      <dgm:t>
        <a:bodyPr/>
        <a:lstStyle/>
        <a:p>
          <a:endParaRPr lang="en-US"/>
        </a:p>
      </dgm:t>
    </dgm:pt>
    <dgm:pt modelId="{BC933365-B56F-BA42-BAC0-6E1A2A981473}">
      <dgm:prSet/>
      <dgm:spPr>
        <a:solidFill>
          <a:srgbClr val="84BDA7"/>
        </a:solidFill>
      </dgm:spPr>
      <dgm:t>
        <a:bodyPr/>
        <a:lstStyle/>
        <a:p>
          <a:r>
            <a:rPr lang="en-US" b="1" dirty="0">
              <a:latin typeface="APPLE CHANCERY" panose="03020702040506060504" pitchFamily="66" charset="-79"/>
              <a:cs typeface="APPLE CHANCERY" panose="03020702040506060504" pitchFamily="66" charset="-79"/>
            </a:rPr>
            <a:t>Focus on cost-per-conversion</a:t>
          </a:r>
          <a:endParaRPr lang="en-US" b="1" dirty="0">
            <a:latin typeface="Apple Chancery" panose="03020702040506060504" pitchFamily="66" charset="-79"/>
            <a:cs typeface="Apple Chancery" panose="03020702040506060504" pitchFamily="66" charset="-79"/>
          </a:endParaRPr>
        </a:p>
      </dgm:t>
    </dgm:pt>
    <dgm:pt modelId="{DB1960DC-1D63-1645-A94C-CD269848E679}" type="parTrans" cxnId="{A4CA1675-E0E6-5B47-A72F-13A1251DDDCB}">
      <dgm:prSet/>
      <dgm:spPr/>
      <dgm:t>
        <a:bodyPr/>
        <a:lstStyle/>
        <a:p>
          <a:endParaRPr lang="en-US"/>
        </a:p>
      </dgm:t>
    </dgm:pt>
    <dgm:pt modelId="{BBAF87CF-6141-7048-9FB2-80E1F1B1B1A3}" type="sibTrans" cxnId="{A4CA1675-E0E6-5B47-A72F-13A1251DDDCB}">
      <dgm:prSet/>
      <dgm:spPr/>
      <dgm:t>
        <a:bodyPr/>
        <a:lstStyle/>
        <a:p>
          <a:endParaRPr lang="en-US"/>
        </a:p>
      </dgm:t>
    </dgm:pt>
    <dgm:pt modelId="{238FEE4E-DB64-B647-9891-2AFAB8649E4D}">
      <dgm:prSet custT="1"/>
      <dgm:spPr>
        <a:solidFill>
          <a:srgbClr val="84BDA7">
            <a:alpha val="90000"/>
          </a:srgb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 </a:t>
          </a:r>
          <a:r>
            <a:rPr lang="en-US" sz="1600" b="1">
              <a:solidFill>
                <a:schemeClr val="bg1"/>
              </a:solidFill>
              <a:latin typeface="Apple Chancery" panose="03020702040506060504" pitchFamily="66" charset="-79"/>
              <a:cs typeface="Apple Chancery" panose="03020702040506060504" pitchFamily="66" charset="-79"/>
            </a:rPr>
            <a:t>Give top priority to advertising expenditures for campaigns that yield the highest return on investment (ROI).</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F584E64A-AE9D-B944-8A79-83430DA867C1}" type="parTrans" cxnId="{05F3E5A8-CBF5-074D-9DD4-EB75D0DD63B4}">
      <dgm:prSet/>
      <dgm:spPr/>
      <dgm:t>
        <a:bodyPr/>
        <a:lstStyle/>
        <a:p>
          <a:endParaRPr lang="en-US"/>
        </a:p>
      </dgm:t>
    </dgm:pt>
    <dgm:pt modelId="{C8F78983-43B8-F544-90E5-1051D0EFC867}" type="sibTrans" cxnId="{05F3E5A8-CBF5-074D-9DD4-EB75D0DD63B4}">
      <dgm:prSet/>
      <dgm:spPr/>
      <dgm:t>
        <a:bodyPr/>
        <a:lstStyle/>
        <a:p>
          <a:endParaRPr lang="en-US"/>
        </a:p>
      </dgm:t>
    </dgm:pt>
    <dgm:pt modelId="{14756AB0-B719-C648-9B68-6505BB04EB18}">
      <dgm:prSet/>
      <dgm:spPr>
        <a:solidFill>
          <a:schemeClr val="accent6">
            <a:lumMod val="75000"/>
          </a:schemeClr>
        </a:solidFill>
      </dgm:spPr>
      <dgm:t>
        <a:bodyPr/>
        <a:lstStyle/>
        <a:p>
          <a:r>
            <a:rPr lang="en-US" b="1">
              <a:latin typeface="Apple Chancery" panose="03020702040506060504" pitchFamily="66" charset="-79"/>
              <a:cs typeface="Apple Chancery" panose="03020702040506060504" pitchFamily="66" charset="-79"/>
            </a:rPr>
            <a:t>Optimize your keywords</a:t>
          </a:r>
        </a:p>
      </dgm:t>
    </dgm:pt>
    <dgm:pt modelId="{F5DB1538-B680-4F40-B54F-24C63E6F4657}" type="parTrans" cxnId="{5FC75B14-2442-154B-8562-CEE6B21BA049}">
      <dgm:prSet/>
      <dgm:spPr/>
      <dgm:t>
        <a:bodyPr/>
        <a:lstStyle/>
        <a:p>
          <a:endParaRPr lang="en-US"/>
        </a:p>
      </dgm:t>
    </dgm:pt>
    <dgm:pt modelId="{64173156-8B07-2445-9C61-E34D10319B0D}" type="sibTrans" cxnId="{5FC75B14-2442-154B-8562-CEE6B21BA049}">
      <dgm:prSet/>
      <dgm:spPr/>
      <dgm:t>
        <a:bodyPr/>
        <a:lstStyle/>
        <a:p>
          <a:endParaRPr lang="en-US"/>
        </a:p>
      </dgm:t>
    </dgm:pt>
    <dgm:pt modelId="{86113E3A-CC55-D847-B578-7740AA2560A8}">
      <dgm:prSet custT="1"/>
      <dgm:spPr>
        <a:solidFill>
          <a:schemeClr val="accent6">
            <a:lumMod val="75000"/>
            <a:alpha val="90000"/>
          </a:scheme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To find irrelevant and high-performing keywords, use search term reports. Use negative keywords to weed out traffic that isn't qualified.</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7ECA84DF-8844-BA4E-9ABE-409B7BEC5871}" type="parTrans" cxnId="{49AD0333-0306-D646-AA1A-5DED3B25758E}">
      <dgm:prSet/>
      <dgm:spPr/>
      <dgm:t>
        <a:bodyPr/>
        <a:lstStyle/>
        <a:p>
          <a:endParaRPr lang="en-US"/>
        </a:p>
      </dgm:t>
    </dgm:pt>
    <dgm:pt modelId="{5E571D67-BB2E-8748-850A-ED7F6B1DA438}" type="sibTrans" cxnId="{49AD0333-0306-D646-AA1A-5DED3B25758E}">
      <dgm:prSet/>
      <dgm:spPr/>
      <dgm:t>
        <a:bodyPr/>
        <a:lstStyle/>
        <a:p>
          <a:endParaRPr lang="en-US"/>
        </a:p>
      </dgm:t>
    </dgm:pt>
    <dgm:pt modelId="{E7C81A48-82D5-C24A-9C79-45012E197585}">
      <dgm:prSet/>
      <dgm:spPr>
        <a:solidFill>
          <a:srgbClr val="7030A0"/>
        </a:solidFill>
      </dgm:spPr>
      <dgm:t>
        <a:bodyPr/>
        <a:lstStyle/>
        <a:p>
          <a:r>
            <a:rPr lang="en-US" b="1">
              <a:latin typeface="Apple Chancery" panose="03020702040506060504" pitchFamily="66" charset="-79"/>
              <a:cs typeface="Apple Chancery" panose="03020702040506060504" pitchFamily="66" charset="-79"/>
            </a:rPr>
            <a:t>Segmenting the audience</a:t>
          </a:r>
        </a:p>
      </dgm:t>
    </dgm:pt>
    <dgm:pt modelId="{A7222F7F-C7AD-0C44-BBD8-194480BD1F8C}" type="parTrans" cxnId="{F1F2DD59-C45B-E24B-831E-14E3C4ACDC8E}">
      <dgm:prSet/>
      <dgm:spPr/>
      <dgm:t>
        <a:bodyPr/>
        <a:lstStyle/>
        <a:p>
          <a:endParaRPr lang="en-US"/>
        </a:p>
      </dgm:t>
    </dgm:pt>
    <dgm:pt modelId="{153A1D84-F64B-0846-A081-D153AA1D803C}" type="sibTrans" cxnId="{F1F2DD59-C45B-E24B-831E-14E3C4ACDC8E}">
      <dgm:prSet/>
      <dgm:spPr/>
      <dgm:t>
        <a:bodyPr/>
        <a:lstStyle/>
        <a:p>
          <a:endParaRPr lang="en-US"/>
        </a:p>
      </dgm:t>
    </dgm:pt>
    <dgm:pt modelId="{8F1D474F-DD66-E649-9487-46F2ECBE0CE8}">
      <dgm:prSet custT="1"/>
      <dgm:spPr>
        <a:solidFill>
          <a:srgbClr val="7030A0">
            <a:alpha val="90000"/>
          </a:srgb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 To further customize your </a:t>
          </a:r>
          <a:r>
            <a:rPr lang="en-US" sz="1600" b="1">
              <a:solidFill>
                <a:schemeClr val="bg1"/>
              </a:solidFill>
              <a:latin typeface="APPLE CHANCERY" panose="03020702040506060504" pitchFamily="66" charset="-79"/>
              <a:cs typeface="APPLE CHANCERY" panose="03020702040506060504" pitchFamily="66" charset="-79"/>
            </a:rPr>
            <a:t>adverts, concentrate on particular audience demographics, interests, or remarketing lists.</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1C4E55B3-F338-E745-B622-836FB242D737}" type="parTrans" cxnId="{6C58FE25-49F8-B643-97CA-16ADFD1FFA44}">
      <dgm:prSet/>
      <dgm:spPr/>
      <dgm:t>
        <a:bodyPr/>
        <a:lstStyle/>
        <a:p>
          <a:endParaRPr lang="en-US"/>
        </a:p>
      </dgm:t>
    </dgm:pt>
    <dgm:pt modelId="{0C68571E-BA63-0742-A7C4-C88A45CBF9CB}" type="sibTrans" cxnId="{6C58FE25-49F8-B643-97CA-16ADFD1FFA44}">
      <dgm:prSet/>
      <dgm:spPr/>
      <dgm:t>
        <a:bodyPr/>
        <a:lstStyle/>
        <a:p>
          <a:endParaRPr lang="en-US"/>
        </a:p>
      </dgm:t>
    </dgm:pt>
    <dgm:pt modelId="{7D7CD032-5247-E849-BD5B-4F08BC329E20}">
      <dgm:prSet/>
      <dgm:spPr/>
      <dgm:t>
        <a:bodyPr/>
        <a:lstStyle/>
        <a:p>
          <a:r>
            <a:rPr lang="en-US" b="1">
              <a:latin typeface="Apple Chancery" panose="03020702040506060504" pitchFamily="66" charset="-79"/>
              <a:cs typeface="Apple Chancery" panose="03020702040506060504" pitchFamily="66" charset="-79"/>
            </a:rPr>
            <a:t>Geo-targeting</a:t>
          </a:r>
        </a:p>
      </dgm:t>
    </dgm:pt>
    <dgm:pt modelId="{0C1836A5-9004-2C4F-A9C9-67F6019A759B}" type="parTrans" cxnId="{C8462182-93BE-4640-80F7-2A954415C2D2}">
      <dgm:prSet/>
      <dgm:spPr/>
      <dgm:t>
        <a:bodyPr/>
        <a:lstStyle/>
        <a:p>
          <a:endParaRPr lang="en-US"/>
        </a:p>
      </dgm:t>
    </dgm:pt>
    <dgm:pt modelId="{42067EC9-2210-9A4F-8D86-9C9AABE0DEBD}" type="sibTrans" cxnId="{C8462182-93BE-4640-80F7-2A954415C2D2}">
      <dgm:prSet/>
      <dgm:spPr/>
      <dgm:t>
        <a:bodyPr/>
        <a:lstStyle/>
        <a:p>
          <a:endParaRPr lang="en-US"/>
        </a:p>
      </dgm:t>
    </dgm:pt>
    <dgm:pt modelId="{B53B7C10-1A58-5245-A5A1-225C66C626A2}">
      <dgm:prSet custT="1"/>
      <dgm:spPr>
        <a:solidFill>
          <a:srgbClr val="006F19">
            <a:alpha val="89804"/>
          </a:srgb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 To give priority to areas or places with a better conversion rate, change the geographic parameters.</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618D4628-9BF2-1E41-B31D-250E0D7D4A77}" type="parTrans" cxnId="{D20230D9-2D7C-1747-B8F3-D9DF19B9CD8C}">
      <dgm:prSet/>
      <dgm:spPr/>
      <dgm:t>
        <a:bodyPr/>
        <a:lstStyle/>
        <a:p>
          <a:endParaRPr lang="en-US"/>
        </a:p>
      </dgm:t>
    </dgm:pt>
    <dgm:pt modelId="{BE8E35C1-4B94-0741-B142-A3484E9E9459}" type="sibTrans" cxnId="{D20230D9-2D7C-1747-B8F3-D9DF19B9CD8C}">
      <dgm:prSet/>
      <dgm:spPr/>
      <dgm:t>
        <a:bodyPr/>
        <a:lstStyle/>
        <a:p>
          <a:endParaRPr lang="en-US"/>
        </a:p>
      </dgm:t>
    </dgm:pt>
    <dgm:pt modelId="{DE7BB72C-3127-2743-8CC6-A2C7F77DB709}">
      <dgm:prSet custT="1"/>
      <dgm:spPr>
        <a:solidFill>
          <a:srgbClr val="006F19">
            <a:alpha val="89804"/>
          </a:srgb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A/B Testing</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90C7CF32-EA96-F24C-83FA-210CA24D4EE6}" type="parTrans" cxnId="{CA492698-A896-2247-95A0-A7BAFAD259F7}">
      <dgm:prSet/>
      <dgm:spPr/>
      <dgm:t>
        <a:bodyPr/>
        <a:lstStyle/>
        <a:p>
          <a:endParaRPr lang="en-US"/>
        </a:p>
      </dgm:t>
    </dgm:pt>
    <dgm:pt modelId="{574DA211-AE66-F640-BFF0-BB1D194756B4}" type="sibTrans" cxnId="{CA492698-A896-2247-95A0-A7BAFAD259F7}">
      <dgm:prSet/>
      <dgm:spPr/>
      <dgm:t>
        <a:bodyPr/>
        <a:lstStyle/>
        <a:p>
          <a:endParaRPr lang="en-US"/>
        </a:p>
      </dgm:t>
    </dgm:pt>
    <dgm:pt modelId="{AA156A4C-3105-7E4E-8F38-D97D7D9A12DE}">
      <dgm:prSet custT="1"/>
      <dgm:spPr>
        <a:solidFill>
          <a:srgbClr val="006F19">
            <a:alpha val="89804"/>
          </a:srgbClr>
        </a:solidFill>
      </dgm:spPr>
      <dgm:t>
        <a:bodyPr/>
        <a:lstStyle/>
        <a:p>
          <a:r>
            <a:rPr lang="en-US" sz="1600" b="1">
              <a:solidFill>
                <a:schemeClr val="bg1"/>
              </a:solidFill>
              <a:latin typeface="Apple Chancery" panose="03020702040506060504" pitchFamily="66" charset="-79"/>
              <a:cs typeface="Apple Chancery" panose="03020702040506060504" pitchFamily="66" charset="-79"/>
            </a:rPr>
            <a:t>A/B testing to refine ad Copy and creative assests.</a:t>
          </a:r>
          <a:endParaRPr lang="en-US" sz="1600" b="1" dirty="0">
            <a:solidFill>
              <a:schemeClr val="bg1"/>
            </a:solidFill>
            <a:latin typeface="Apple Chancery" panose="03020702040506060504" pitchFamily="66" charset="-79"/>
            <a:cs typeface="Apple Chancery" panose="03020702040506060504" pitchFamily="66" charset="-79"/>
          </a:endParaRPr>
        </a:p>
      </dgm:t>
    </dgm:pt>
    <dgm:pt modelId="{AFF36916-3648-144E-A1A9-1375377EEC69}" type="parTrans" cxnId="{F5F1C492-FCCB-6240-9281-5E921C1D3926}">
      <dgm:prSet/>
      <dgm:spPr/>
      <dgm:t>
        <a:bodyPr/>
        <a:lstStyle/>
        <a:p>
          <a:endParaRPr lang="en-US"/>
        </a:p>
      </dgm:t>
    </dgm:pt>
    <dgm:pt modelId="{7144B0ED-6339-3745-9D15-6912DD85E288}" type="sibTrans" cxnId="{F5F1C492-FCCB-6240-9281-5E921C1D3926}">
      <dgm:prSet/>
      <dgm:spPr/>
      <dgm:t>
        <a:bodyPr/>
        <a:lstStyle/>
        <a:p>
          <a:endParaRPr lang="en-US"/>
        </a:p>
      </dgm:t>
    </dgm:pt>
    <dgm:pt modelId="{B022F6AA-CB2A-2144-AD79-6EFCD8499B27}" type="pres">
      <dgm:prSet presAssocID="{CB8A1310-457C-46C1-B675-4CF9C8D0D070}" presName="Name0" presStyleCnt="0">
        <dgm:presLayoutVars>
          <dgm:dir/>
          <dgm:animLvl val="lvl"/>
          <dgm:resizeHandles val="exact"/>
        </dgm:presLayoutVars>
      </dgm:prSet>
      <dgm:spPr/>
    </dgm:pt>
    <dgm:pt modelId="{16781AA3-16C1-DD44-83F0-C62662D19E73}" type="pres">
      <dgm:prSet presAssocID="{8CBFF6D6-F659-E744-A7F0-8FFCEB614E99}" presName="linNode" presStyleCnt="0"/>
      <dgm:spPr/>
    </dgm:pt>
    <dgm:pt modelId="{D6EC39FF-A8A7-8D4C-A2E9-A9596F8544C1}" type="pres">
      <dgm:prSet presAssocID="{8CBFF6D6-F659-E744-A7F0-8FFCEB614E99}" presName="parentText" presStyleLbl="alignNode1" presStyleIdx="0" presStyleCnt="7">
        <dgm:presLayoutVars>
          <dgm:chMax val="1"/>
          <dgm:bulletEnabled/>
        </dgm:presLayoutVars>
      </dgm:prSet>
      <dgm:spPr/>
    </dgm:pt>
    <dgm:pt modelId="{87054A36-887D-3E4C-B67E-CE1C67DA589F}" type="pres">
      <dgm:prSet presAssocID="{8CBFF6D6-F659-E744-A7F0-8FFCEB614E99}" presName="descendantText" presStyleLbl="alignAccFollowNode1" presStyleIdx="0" presStyleCnt="7">
        <dgm:presLayoutVars>
          <dgm:bulletEnabled/>
        </dgm:presLayoutVars>
      </dgm:prSet>
      <dgm:spPr/>
    </dgm:pt>
    <dgm:pt modelId="{0BB7E7E4-0EBF-5D47-A740-A566BB6780D1}" type="pres">
      <dgm:prSet presAssocID="{FA51C641-D84B-714C-ABA0-99DC49C24A40}" presName="sp" presStyleCnt="0"/>
      <dgm:spPr/>
    </dgm:pt>
    <dgm:pt modelId="{ED403965-2FD3-8E40-845D-ABB0EAB3E5F1}" type="pres">
      <dgm:prSet presAssocID="{334EEAEC-6534-0640-BA02-492F1F900FA5}" presName="linNode" presStyleCnt="0"/>
      <dgm:spPr/>
    </dgm:pt>
    <dgm:pt modelId="{10C2A677-A7B9-0246-B7E7-18ED4B5AC191}" type="pres">
      <dgm:prSet presAssocID="{334EEAEC-6534-0640-BA02-492F1F900FA5}" presName="parentText" presStyleLbl="alignNode1" presStyleIdx="1" presStyleCnt="7">
        <dgm:presLayoutVars>
          <dgm:chMax val="1"/>
          <dgm:bulletEnabled/>
        </dgm:presLayoutVars>
      </dgm:prSet>
      <dgm:spPr/>
    </dgm:pt>
    <dgm:pt modelId="{FCABBF29-67BB-AE4C-87E6-C33AFB6CBD93}" type="pres">
      <dgm:prSet presAssocID="{334EEAEC-6534-0640-BA02-492F1F900FA5}" presName="descendantText" presStyleLbl="alignAccFollowNode1" presStyleIdx="1" presStyleCnt="7">
        <dgm:presLayoutVars>
          <dgm:bulletEnabled/>
        </dgm:presLayoutVars>
      </dgm:prSet>
      <dgm:spPr/>
    </dgm:pt>
    <dgm:pt modelId="{2EC886A4-219D-1C4F-AA1E-0FDD87110011}" type="pres">
      <dgm:prSet presAssocID="{46B19B4D-2447-4D48-A884-58A56EE33BCD}" presName="sp" presStyleCnt="0"/>
      <dgm:spPr/>
    </dgm:pt>
    <dgm:pt modelId="{B7E9E0C4-BF27-F249-B470-417A947D28A0}" type="pres">
      <dgm:prSet presAssocID="{BC933365-B56F-BA42-BAC0-6E1A2A981473}" presName="linNode" presStyleCnt="0"/>
      <dgm:spPr/>
    </dgm:pt>
    <dgm:pt modelId="{E37EF85D-0C80-214B-B03E-F51AD3E882D5}" type="pres">
      <dgm:prSet presAssocID="{BC933365-B56F-BA42-BAC0-6E1A2A981473}" presName="parentText" presStyleLbl="alignNode1" presStyleIdx="2" presStyleCnt="7">
        <dgm:presLayoutVars>
          <dgm:chMax val="1"/>
          <dgm:bulletEnabled/>
        </dgm:presLayoutVars>
      </dgm:prSet>
      <dgm:spPr/>
    </dgm:pt>
    <dgm:pt modelId="{690EE7F7-48BD-E74F-A5B5-71CD54E69787}" type="pres">
      <dgm:prSet presAssocID="{BC933365-B56F-BA42-BAC0-6E1A2A981473}" presName="descendantText" presStyleLbl="alignAccFollowNode1" presStyleIdx="2" presStyleCnt="7">
        <dgm:presLayoutVars>
          <dgm:bulletEnabled/>
        </dgm:presLayoutVars>
      </dgm:prSet>
      <dgm:spPr/>
    </dgm:pt>
    <dgm:pt modelId="{051B5598-8C0F-2F4C-92BD-944F3DD928A6}" type="pres">
      <dgm:prSet presAssocID="{BBAF87CF-6141-7048-9FB2-80E1F1B1B1A3}" presName="sp" presStyleCnt="0"/>
      <dgm:spPr/>
    </dgm:pt>
    <dgm:pt modelId="{6C9267B0-67DF-C546-9FC8-1B9BE1EF7192}" type="pres">
      <dgm:prSet presAssocID="{14756AB0-B719-C648-9B68-6505BB04EB18}" presName="linNode" presStyleCnt="0"/>
      <dgm:spPr/>
    </dgm:pt>
    <dgm:pt modelId="{AF0E22B7-7538-134F-9F02-12458870B6DE}" type="pres">
      <dgm:prSet presAssocID="{14756AB0-B719-C648-9B68-6505BB04EB18}" presName="parentText" presStyleLbl="alignNode1" presStyleIdx="3" presStyleCnt="7">
        <dgm:presLayoutVars>
          <dgm:chMax val="1"/>
          <dgm:bulletEnabled/>
        </dgm:presLayoutVars>
      </dgm:prSet>
      <dgm:spPr/>
    </dgm:pt>
    <dgm:pt modelId="{2D492E7D-788E-9E45-BDEC-0E432719DEA7}" type="pres">
      <dgm:prSet presAssocID="{14756AB0-B719-C648-9B68-6505BB04EB18}" presName="descendantText" presStyleLbl="alignAccFollowNode1" presStyleIdx="3" presStyleCnt="7">
        <dgm:presLayoutVars>
          <dgm:bulletEnabled/>
        </dgm:presLayoutVars>
      </dgm:prSet>
      <dgm:spPr/>
    </dgm:pt>
    <dgm:pt modelId="{58C0E941-372C-DE44-852F-89AF54A46A49}" type="pres">
      <dgm:prSet presAssocID="{64173156-8B07-2445-9C61-E34D10319B0D}" presName="sp" presStyleCnt="0"/>
      <dgm:spPr/>
    </dgm:pt>
    <dgm:pt modelId="{1A9363E7-427D-3F41-8CB2-3637838F932F}" type="pres">
      <dgm:prSet presAssocID="{E7C81A48-82D5-C24A-9C79-45012E197585}" presName="linNode" presStyleCnt="0"/>
      <dgm:spPr/>
    </dgm:pt>
    <dgm:pt modelId="{4DC07CB4-9251-3A4A-ACCF-B4E1D1BE5115}" type="pres">
      <dgm:prSet presAssocID="{E7C81A48-82D5-C24A-9C79-45012E197585}" presName="parentText" presStyleLbl="alignNode1" presStyleIdx="4" presStyleCnt="7">
        <dgm:presLayoutVars>
          <dgm:chMax val="1"/>
          <dgm:bulletEnabled/>
        </dgm:presLayoutVars>
      </dgm:prSet>
      <dgm:spPr/>
    </dgm:pt>
    <dgm:pt modelId="{34CB4E29-2FE8-CD41-8095-C8E9B01379DE}" type="pres">
      <dgm:prSet presAssocID="{E7C81A48-82D5-C24A-9C79-45012E197585}" presName="descendantText" presStyleLbl="alignAccFollowNode1" presStyleIdx="4" presStyleCnt="7">
        <dgm:presLayoutVars>
          <dgm:bulletEnabled/>
        </dgm:presLayoutVars>
      </dgm:prSet>
      <dgm:spPr/>
    </dgm:pt>
    <dgm:pt modelId="{F7E9AB2C-DC07-1B4C-9C85-7E7CE9813967}" type="pres">
      <dgm:prSet presAssocID="{153A1D84-F64B-0846-A081-D153AA1D803C}" presName="sp" presStyleCnt="0"/>
      <dgm:spPr/>
    </dgm:pt>
    <dgm:pt modelId="{B82662EC-7D77-9346-A2B3-98DE5E447A9E}" type="pres">
      <dgm:prSet presAssocID="{7D7CD032-5247-E849-BD5B-4F08BC329E20}" presName="linNode" presStyleCnt="0"/>
      <dgm:spPr/>
    </dgm:pt>
    <dgm:pt modelId="{E93625BA-010C-EA4C-A9C4-A46F4FC8CF02}" type="pres">
      <dgm:prSet presAssocID="{7D7CD032-5247-E849-BD5B-4F08BC329E20}" presName="parentText" presStyleLbl="alignNode1" presStyleIdx="5" presStyleCnt="7">
        <dgm:presLayoutVars>
          <dgm:chMax val="1"/>
          <dgm:bulletEnabled/>
        </dgm:presLayoutVars>
      </dgm:prSet>
      <dgm:spPr/>
    </dgm:pt>
    <dgm:pt modelId="{BE95465F-5D68-CB49-B32D-A73E07B5F495}" type="pres">
      <dgm:prSet presAssocID="{7D7CD032-5247-E849-BD5B-4F08BC329E20}" presName="descendantText" presStyleLbl="alignAccFollowNode1" presStyleIdx="5" presStyleCnt="7">
        <dgm:presLayoutVars>
          <dgm:bulletEnabled/>
        </dgm:presLayoutVars>
      </dgm:prSet>
      <dgm:spPr/>
    </dgm:pt>
    <dgm:pt modelId="{37116146-B467-F447-9298-5CF18E74F513}" type="pres">
      <dgm:prSet presAssocID="{42067EC9-2210-9A4F-8D86-9C9AABE0DEBD}" presName="sp" presStyleCnt="0"/>
      <dgm:spPr/>
    </dgm:pt>
    <dgm:pt modelId="{E7977752-BB89-4C45-B914-C550944E6580}" type="pres">
      <dgm:prSet presAssocID="{DE7BB72C-3127-2743-8CC6-A2C7F77DB709}" presName="linNode" presStyleCnt="0"/>
      <dgm:spPr/>
    </dgm:pt>
    <dgm:pt modelId="{F4B2C3D3-4B79-3A4B-85B4-5682B8465C37}" type="pres">
      <dgm:prSet presAssocID="{DE7BB72C-3127-2743-8CC6-A2C7F77DB709}" presName="parentText" presStyleLbl="alignNode1" presStyleIdx="6" presStyleCnt="7">
        <dgm:presLayoutVars>
          <dgm:chMax val="1"/>
          <dgm:bulletEnabled/>
        </dgm:presLayoutVars>
      </dgm:prSet>
      <dgm:spPr/>
    </dgm:pt>
    <dgm:pt modelId="{10909ADE-1D87-0D4F-890A-ED999E22BAF1}" type="pres">
      <dgm:prSet presAssocID="{DE7BB72C-3127-2743-8CC6-A2C7F77DB709}" presName="descendantText" presStyleLbl="alignAccFollowNode1" presStyleIdx="6" presStyleCnt="7">
        <dgm:presLayoutVars>
          <dgm:bulletEnabled/>
        </dgm:presLayoutVars>
      </dgm:prSet>
      <dgm:spPr/>
    </dgm:pt>
  </dgm:ptLst>
  <dgm:cxnLst>
    <dgm:cxn modelId="{BFEC2703-8C66-5243-B348-FD58CACB2CB2}" type="presOf" srcId="{E7C81A48-82D5-C24A-9C79-45012E197585}" destId="{4DC07CB4-9251-3A4A-ACCF-B4E1D1BE5115}" srcOrd="0" destOrd="0" presId="urn:microsoft.com/office/officeart/2016/7/layout/VerticalSolidActionList"/>
    <dgm:cxn modelId="{5FC75B14-2442-154B-8562-CEE6B21BA049}" srcId="{CB8A1310-457C-46C1-B675-4CF9C8D0D070}" destId="{14756AB0-B719-C648-9B68-6505BB04EB18}" srcOrd="3" destOrd="0" parTransId="{F5DB1538-B680-4F40-B54F-24C63E6F4657}" sibTransId="{64173156-8B07-2445-9C61-E34D10319B0D}"/>
    <dgm:cxn modelId="{04E00918-2102-394A-8259-E7267992FAFE}" srcId="{CB8A1310-457C-46C1-B675-4CF9C8D0D070}" destId="{334EEAEC-6534-0640-BA02-492F1F900FA5}" srcOrd="1" destOrd="0" parTransId="{F8AE52C9-A249-254C-8DCE-5362B9089712}" sibTransId="{46B19B4D-2447-4D48-A884-58A56EE33BCD}"/>
    <dgm:cxn modelId="{3D50B523-CC57-D442-834F-542186C94C1F}" type="presOf" srcId="{DE7BB72C-3127-2743-8CC6-A2C7F77DB709}" destId="{F4B2C3D3-4B79-3A4B-85B4-5682B8465C37}" srcOrd="0" destOrd="0" presId="urn:microsoft.com/office/officeart/2016/7/layout/VerticalSolidActionList"/>
    <dgm:cxn modelId="{6C58FE25-49F8-B643-97CA-16ADFD1FFA44}" srcId="{E7C81A48-82D5-C24A-9C79-45012E197585}" destId="{8F1D474F-DD66-E649-9487-46F2ECBE0CE8}" srcOrd="0" destOrd="0" parTransId="{1C4E55B3-F338-E745-B622-836FB242D737}" sibTransId="{0C68571E-BA63-0742-A7C4-C88A45CBF9CB}"/>
    <dgm:cxn modelId="{49AD0333-0306-D646-AA1A-5DED3B25758E}" srcId="{14756AB0-B719-C648-9B68-6505BB04EB18}" destId="{86113E3A-CC55-D847-B578-7740AA2560A8}" srcOrd="0" destOrd="0" parTransId="{7ECA84DF-8844-BA4E-9ABE-409B7BEC5871}" sibTransId="{5E571D67-BB2E-8748-850A-ED7F6B1DA438}"/>
    <dgm:cxn modelId="{0C91CD3C-E9EC-6043-96A5-F492B9239501}" type="presOf" srcId="{238FEE4E-DB64-B647-9891-2AFAB8649E4D}" destId="{690EE7F7-48BD-E74F-A5B5-71CD54E69787}" srcOrd="0" destOrd="0" presId="urn:microsoft.com/office/officeart/2016/7/layout/VerticalSolidActionList"/>
    <dgm:cxn modelId="{9350294B-D1B9-B74F-8405-2152206D08E6}" type="presOf" srcId="{14756AB0-B719-C648-9B68-6505BB04EB18}" destId="{AF0E22B7-7538-134F-9F02-12458870B6DE}" srcOrd="0" destOrd="0" presId="urn:microsoft.com/office/officeart/2016/7/layout/VerticalSolidActionList"/>
    <dgm:cxn modelId="{D7673950-3D6B-FE4F-86F4-D895C3D5A69C}" type="presOf" srcId="{BC933365-B56F-BA42-BAC0-6E1A2A981473}" destId="{E37EF85D-0C80-214B-B03E-F51AD3E882D5}" srcOrd="0" destOrd="0" presId="urn:microsoft.com/office/officeart/2016/7/layout/VerticalSolidActionList"/>
    <dgm:cxn modelId="{F1F2DD59-C45B-E24B-831E-14E3C4ACDC8E}" srcId="{CB8A1310-457C-46C1-B675-4CF9C8D0D070}" destId="{E7C81A48-82D5-C24A-9C79-45012E197585}" srcOrd="4" destOrd="0" parTransId="{A7222F7F-C7AD-0C44-BBD8-194480BD1F8C}" sibTransId="{153A1D84-F64B-0846-A081-D153AA1D803C}"/>
    <dgm:cxn modelId="{47F6935D-BCF8-624D-A834-57797B742177}" type="presOf" srcId="{B53B7C10-1A58-5245-A5A1-225C66C626A2}" destId="{BE95465F-5D68-CB49-B32D-A73E07B5F495}" srcOrd="0" destOrd="0" presId="urn:microsoft.com/office/officeart/2016/7/layout/VerticalSolidActionList"/>
    <dgm:cxn modelId="{A5871264-511C-4548-8B6E-953927B654C5}" type="presOf" srcId="{7D7CD032-5247-E849-BD5B-4F08BC329E20}" destId="{E93625BA-010C-EA4C-A9C4-A46F4FC8CF02}" srcOrd="0" destOrd="0" presId="urn:microsoft.com/office/officeart/2016/7/layout/VerticalSolidActionList"/>
    <dgm:cxn modelId="{E84F2C73-DF49-614E-AC4E-767A26B6BE3B}" type="presOf" srcId="{F4A9E8E3-7A92-264C-B166-12D0C1084E50}" destId="{FCABBF29-67BB-AE4C-87E6-C33AFB6CBD93}" srcOrd="0" destOrd="0" presId="urn:microsoft.com/office/officeart/2016/7/layout/VerticalSolidActionList"/>
    <dgm:cxn modelId="{A4CA1675-E0E6-5B47-A72F-13A1251DDDCB}" srcId="{CB8A1310-457C-46C1-B675-4CF9C8D0D070}" destId="{BC933365-B56F-BA42-BAC0-6E1A2A981473}" srcOrd="2" destOrd="0" parTransId="{DB1960DC-1D63-1645-A94C-CD269848E679}" sibTransId="{BBAF87CF-6141-7048-9FB2-80E1F1B1B1A3}"/>
    <dgm:cxn modelId="{B1FE6377-50B5-0940-815C-AF7EEB4D92FC}" type="presOf" srcId="{8CBFF6D6-F659-E744-A7F0-8FFCEB614E99}" destId="{D6EC39FF-A8A7-8D4C-A2E9-A9596F8544C1}" srcOrd="0" destOrd="0" presId="urn:microsoft.com/office/officeart/2016/7/layout/VerticalSolidActionList"/>
    <dgm:cxn modelId="{C8462182-93BE-4640-80F7-2A954415C2D2}" srcId="{CB8A1310-457C-46C1-B675-4CF9C8D0D070}" destId="{7D7CD032-5247-E849-BD5B-4F08BC329E20}" srcOrd="5" destOrd="0" parTransId="{0C1836A5-9004-2C4F-A9C9-67F6019A759B}" sibTransId="{42067EC9-2210-9A4F-8D86-9C9AABE0DEBD}"/>
    <dgm:cxn modelId="{F5F1C492-FCCB-6240-9281-5E921C1D3926}" srcId="{DE7BB72C-3127-2743-8CC6-A2C7F77DB709}" destId="{AA156A4C-3105-7E4E-8F38-D97D7D9A12DE}" srcOrd="0" destOrd="0" parTransId="{AFF36916-3648-144E-A1A9-1375377EEC69}" sibTransId="{7144B0ED-6339-3745-9D15-6912DD85E288}"/>
    <dgm:cxn modelId="{0F201797-E211-234C-BA83-A7E98E9C970D}" srcId="{334EEAEC-6534-0640-BA02-492F1F900FA5}" destId="{F4A9E8E3-7A92-264C-B166-12D0C1084E50}" srcOrd="0" destOrd="0" parTransId="{7DD0A077-CDFB-B642-B36C-BDCC4BE104DC}" sibTransId="{C15C2448-02A9-4B40-AA9F-220FB74556A0}"/>
    <dgm:cxn modelId="{CA492698-A896-2247-95A0-A7BAFAD259F7}" srcId="{CB8A1310-457C-46C1-B675-4CF9C8D0D070}" destId="{DE7BB72C-3127-2743-8CC6-A2C7F77DB709}" srcOrd="6" destOrd="0" parTransId="{90C7CF32-EA96-F24C-83FA-210CA24D4EE6}" sibTransId="{574DA211-AE66-F640-BFF0-BB1D194756B4}"/>
    <dgm:cxn modelId="{B87B7E98-CD54-6D41-B147-077001ABD6FA}" type="presOf" srcId="{CB8A1310-457C-46C1-B675-4CF9C8D0D070}" destId="{B022F6AA-CB2A-2144-AD79-6EFCD8499B27}" srcOrd="0" destOrd="0" presId="urn:microsoft.com/office/officeart/2016/7/layout/VerticalSolidActionList"/>
    <dgm:cxn modelId="{A5FF389D-3506-5540-8356-6E66A469A829}" type="presOf" srcId="{8F1D474F-DD66-E649-9487-46F2ECBE0CE8}" destId="{34CB4E29-2FE8-CD41-8095-C8E9B01379DE}" srcOrd="0" destOrd="0" presId="urn:microsoft.com/office/officeart/2016/7/layout/VerticalSolidActionList"/>
    <dgm:cxn modelId="{05F3E5A8-CBF5-074D-9DD4-EB75D0DD63B4}" srcId="{BC933365-B56F-BA42-BAC0-6E1A2A981473}" destId="{238FEE4E-DB64-B647-9891-2AFAB8649E4D}" srcOrd="0" destOrd="0" parTransId="{F584E64A-AE9D-B944-8A79-83430DA867C1}" sibTransId="{C8F78983-43B8-F544-90E5-1051D0EFC867}"/>
    <dgm:cxn modelId="{4402FDBC-7B8D-5740-BA6E-B4373EA154B8}" srcId="{8CBFF6D6-F659-E744-A7F0-8FFCEB614E99}" destId="{489F0D7C-DEE7-2146-B629-D2E47DC5B68D}" srcOrd="0" destOrd="0" parTransId="{5E7A46DB-9512-8E48-BBA9-E3BC31F39F54}" sibTransId="{07CF5CEB-5F90-6F40-A8EC-EE41869FB925}"/>
    <dgm:cxn modelId="{DD2F34CC-E0E2-C04D-98FA-7105C15BEFE5}" srcId="{CB8A1310-457C-46C1-B675-4CF9C8D0D070}" destId="{8CBFF6D6-F659-E744-A7F0-8FFCEB614E99}" srcOrd="0" destOrd="0" parTransId="{3F91C90C-E62C-274B-8CBB-70F2C6207466}" sibTransId="{FA51C641-D84B-714C-ABA0-99DC49C24A40}"/>
    <dgm:cxn modelId="{E022EFD3-BEEA-6446-B3B0-D786E3A9206D}" type="presOf" srcId="{334EEAEC-6534-0640-BA02-492F1F900FA5}" destId="{10C2A677-A7B9-0246-B7E7-18ED4B5AC191}" srcOrd="0" destOrd="0" presId="urn:microsoft.com/office/officeart/2016/7/layout/VerticalSolidActionList"/>
    <dgm:cxn modelId="{D20230D9-2D7C-1747-B8F3-D9DF19B9CD8C}" srcId="{7D7CD032-5247-E849-BD5B-4F08BC329E20}" destId="{B53B7C10-1A58-5245-A5A1-225C66C626A2}" srcOrd="0" destOrd="0" parTransId="{618D4628-9BF2-1E41-B31D-250E0D7D4A77}" sibTransId="{BE8E35C1-4B94-0741-B142-A3484E9E9459}"/>
    <dgm:cxn modelId="{E49788EA-2FDA-3044-ABEF-EE0C40805A75}" type="presOf" srcId="{489F0D7C-DEE7-2146-B629-D2E47DC5B68D}" destId="{87054A36-887D-3E4C-B67E-CE1C67DA589F}" srcOrd="0" destOrd="0" presId="urn:microsoft.com/office/officeart/2016/7/layout/VerticalSolidActionList"/>
    <dgm:cxn modelId="{0888D2EB-226E-8844-9587-7F04FF88F8FB}" type="presOf" srcId="{86113E3A-CC55-D847-B578-7740AA2560A8}" destId="{2D492E7D-788E-9E45-BDEC-0E432719DEA7}" srcOrd="0" destOrd="0" presId="urn:microsoft.com/office/officeart/2016/7/layout/VerticalSolidActionList"/>
    <dgm:cxn modelId="{B6F8B0F3-5EE5-074B-9AFD-DBF018BB2207}" type="presOf" srcId="{AA156A4C-3105-7E4E-8F38-D97D7D9A12DE}" destId="{10909ADE-1D87-0D4F-890A-ED999E22BAF1}" srcOrd="0" destOrd="0" presId="urn:microsoft.com/office/officeart/2016/7/layout/VerticalSolidActionList"/>
    <dgm:cxn modelId="{12765C39-4C2F-074F-BE4B-C7FF0AE11392}" type="presParOf" srcId="{B022F6AA-CB2A-2144-AD79-6EFCD8499B27}" destId="{16781AA3-16C1-DD44-83F0-C62662D19E73}" srcOrd="0" destOrd="0" presId="urn:microsoft.com/office/officeart/2016/7/layout/VerticalSolidActionList"/>
    <dgm:cxn modelId="{CD673467-D40B-924E-BEB1-86BB26445749}" type="presParOf" srcId="{16781AA3-16C1-DD44-83F0-C62662D19E73}" destId="{D6EC39FF-A8A7-8D4C-A2E9-A9596F8544C1}" srcOrd="0" destOrd="0" presId="urn:microsoft.com/office/officeart/2016/7/layout/VerticalSolidActionList"/>
    <dgm:cxn modelId="{235A9E76-D013-3D41-86CB-E870C6756AB8}" type="presParOf" srcId="{16781AA3-16C1-DD44-83F0-C62662D19E73}" destId="{87054A36-887D-3E4C-B67E-CE1C67DA589F}" srcOrd="1" destOrd="0" presId="urn:microsoft.com/office/officeart/2016/7/layout/VerticalSolidActionList"/>
    <dgm:cxn modelId="{FF11F3BE-B6CA-1A4A-A68E-F274BE0668D0}" type="presParOf" srcId="{B022F6AA-CB2A-2144-AD79-6EFCD8499B27}" destId="{0BB7E7E4-0EBF-5D47-A740-A566BB6780D1}" srcOrd="1" destOrd="0" presId="urn:microsoft.com/office/officeart/2016/7/layout/VerticalSolidActionList"/>
    <dgm:cxn modelId="{B83BD5F8-9850-BA42-8600-6985D149443D}" type="presParOf" srcId="{B022F6AA-CB2A-2144-AD79-6EFCD8499B27}" destId="{ED403965-2FD3-8E40-845D-ABB0EAB3E5F1}" srcOrd="2" destOrd="0" presId="urn:microsoft.com/office/officeart/2016/7/layout/VerticalSolidActionList"/>
    <dgm:cxn modelId="{E4C6D6A6-11E7-664A-A72A-3FE57C432D18}" type="presParOf" srcId="{ED403965-2FD3-8E40-845D-ABB0EAB3E5F1}" destId="{10C2A677-A7B9-0246-B7E7-18ED4B5AC191}" srcOrd="0" destOrd="0" presId="urn:microsoft.com/office/officeart/2016/7/layout/VerticalSolidActionList"/>
    <dgm:cxn modelId="{0CFAB664-17EC-9B46-B8FB-F2E468F32414}" type="presParOf" srcId="{ED403965-2FD3-8E40-845D-ABB0EAB3E5F1}" destId="{FCABBF29-67BB-AE4C-87E6-C33AFB6CBD93}" srcOrd="1" destOrd="0" presId="urn:microsoft.com/office/officeart/2016/7/layout/VerticalSolidActionList"/>
    <dgm:cxn modelId="{9F607364-D9D4-F449-B687-1EDA7D5017DF}" type="presParOf" srcId="{B022F6AA-CB2A-2144-AD79-6EFCD8499B27}" destId="{2EC886A4-219D-1C4F-AA1E-0FDD87110011}" srcOrd="3" destOrd="0" presId="urn:microsoft.com/office/officeart/2016/7/layout/VerticalSolidActionList"/>
    <dgm:cxn modelId="{E5F11815-D520-7B45-9AF4-1070E5B58EB8}" type="presParOf" srcId="{B022F6AA-CB2A-2144-AD79-6EFCD8499B27}" destId="{B7E9E0C4-BF27-F249-B470-417A947D28A0}" srcOrd="4" destOrd="0" presId="urn:microsoft.com/office/officeart/2016/7/layout/VerticalSolidActionList"/>
    <dgm:cxn modelId="{9E967B23-CDC5-F940-9177-1F4335EAE6E3}" type="presParOf" srcId="{B7E9E0C4-BF27-F249-B470-417A947D28A0}" destId="{E37EF85D-0C80-214B-B03E-F51AD3E882D5}" srcOrd="0" destOrd="0" presId="urn:microsoft.com/office/officeart/2016/7/layout/VerticalSolidActionList"/>
    <dgm:cxn modelId="{5ECCD278-A459-E844-A276-720027775406}" type="presParOf" srcId="{B7E9E0C4-BF27-F249-B470-417A947D28A0}" destId="{690EE7F7-48BD-E74F-A5B5-71CD54E69787}" srcOrd="1" destOrd="0" presId="urn:microsoft.com/office/officeart/2016/7/layout/VerticalSolidActionList"/>
    <dgm:cxn modelId="{9FC3EEED-D9EA-ED4C-B1D6-70D9F0724190}" type="presParOf" srcId="{B022F6AA-CB2A-2144-AD79-6EFCD8499B27}" destId="{051B5598-8C0F-2F4C-92BD-944F3DD928A6}" srcOrd="5" destOrd="0" presId="urn:microsoft.com/office/officeart/2016/7/layout/VerticalSolidActionList"/>
    <dgm:cxn modelId="{7E901410-7E7F-EE43-BB32-7222E549510D}" type="presParOf" srcId="{B022F6AA-CB2A-2144-AD79-6EFCD8499B27}" destId="{6C9267B0-67DF-C546-9FC8-1B9BE1EF7192}" srcOrd="6" destOrd="0" presId="urn:microsoft.com/office/officeart/2016/7/layout/VerticalSolidActionList"/>
    <dgm:cxn modelId="{484DCDB7-71BE-6F46-8640-E9E1C8A27F0C}" type="presParOf" srcId="{6C9267B0-67DF-C546-9FC8-1B9BE1EF7192}" destId="{AF0E22B7-7538-134F-9F02-12458870B6DE}" srcOrd="0" destOrd="0" presId="urn:microsoft.com/office/officeart/2016/7/layout/VerticalSolidActionList"/>
    <dgm:cxn modelId="{BC9CC664-4DAC-5745-90F9-93F9B99A8AD4}" type="presParOf" srcId="{6C9267B0-67DF-C546-9FC8-1B9BE1EF7192}" destId="{2D492E7D-788E-9E45-BDEC-0E432719DEA7}" srcOrd="1" destOrd="0" presId="urn:microsoft.com/office/officeart/2016/7/layout/VerticalSolidActionList"/>
    <dgm:cxn modelId="{8E3701F2-00B5-464A-94CD-B7CC7FFA4E5A}" type="presParOf" srcId="{B022F6AA-CB2A-2144-AD79-6EFCD8499B27}" destId="{58C0E941-372C-DE44-852F-89AF54A46A49}" srcOrd="7" destOrd="0" presId="urn:microsoft.com/office/officeart/2016/7/layout/VerticalSolidActionList"/>
    <dgm:cxn modelId="{FA238B01-E551-F94C-8D7E-909C6B80B5C2}" type="presParOf" srcId="{B022F6AA-CB2A-2144-AD79-6EFCD8499B27}" destId="{1A9363E7-427D-3F41-8CB2-3637838F932F}" srcOrd="8" destOrd="0" presId="urn:microsoft.com/office/officeart/2016/7/layout/VerticalSolidActionList"/>
    <dgm:cxn modelId="{671D0130-8D15-3C4D-8EC8-33C535048AC0}" type="presParOf" srcId="{1A9363E7-427D-3F41-8CB2-3637838F932F}" destId="{4DC07CB4-9251-3A4A-ACCF-B4E1D1BE5115}" srcOrd="0" destOrd="0" presId="urn:microsoft.com/office/officeart/2016/7/layout/VerticalSolidActionList"/>
    <dgm:cxn modelId="{0C41A7BF-B106-2640-B93C-F1814A32E646}" type="presParOf" srcId="{1A9363E7-427D-3F41-8CB2-3637838F932F}" destId="{34CB4E29-2FE8-CD41-8095-C8E9B01379DE}" srcOrd="1" destOrd="0" presId="urn:microsoft.com/office/officeart/2016/7/layout/VerticalSolidActionList"/>
    <dgm:cxn modelId="{FAEB2F1C-F2E5-AA4C-A77C-C018BCE9F78C}" type="presParOf" srcId="{B022F6AA-CB2A-2144-AD79-6EFCD8499B27}" destId="{F7E9AB2C-DC07-1B4C-9C85-7E7CE9813967}" srcOrd="9" destOrd="0" presId="urn:microsoft.com/office/officeart/2016/7/layout/VerticalSolidActionList"/>
    <dgm:cxn modelId="{355C50E5-1129-D448-8415-5D072306691C}" type="presParOf" srcId="{B022F6AA-CB2A-2144-AD79-6EFCD8499B27}" destId="{B82662EC-7D77-9346-A2B3-98DE5E447A9E}" srcOrd="10" destOrd="0" presId="urn:microsoft.com/office/officeart/2016/7/layout/VerticalSolidActionList"/>
    <dgm:cxn modelId="{B8853FF5-A87B-2C47-A62C-69D38FBB219B}" type="presParOf" srcId="{B82662EC-7D77-9346-A2B3-98DE5E447A9E}" destId="{E93625BA-010C-EA4C-A9C4-A46F4FC8CF02}" srcOrd="0" destOrd="0" presId="urn:microsoft.com/office/officeart/2016/7/layout/VerticalSolidActionList"/>
    <dgm:cxn modelId="{85A70899-8B86-D842-9693-609ED56CA3C7}" type="presParOf" srcId="{B82662EC-7D77-9346-A2B3-98DE5E447A9E}" destId="{BE95465F-5D68-CB49-B32D-A73E07B5F495}" srcOrd="1" destOrd="0" presId="urn:microsoft.com/office/officeart/2016/7/layout/VerticalSolidActionList"/>
    <dgm:cxn modelId="{3A891BF8-5803-2F4C-AEBD-C5B0B07B2C01}" type="presParOf" srcId="{B022F6AA-CB2A-2144-AD79-6EFCD8499B27}" destId="{37116146-B467-F447-9298-5CF18E74F513}" srcOrd="11" destOrd="0" presId="urn:microsoft.com/office/officeart/2016/7/layout/VerticalSolidActionList"/>
    <dgm:cxn modelId="{D5DE8FF6-2A50-D64C-80F7-881ED76DEAB8}" type="presParOf" srcId="{B022F6AA-CB2A-2144-AD79-6EFCD8499B27}" destId="{E7977752-BB89-4C45-B914-C550944E6580}" srcOrd="12" destOrd="0" presId="urn:microsoft.com/office/officeart/2016/7/layout/VerticalSolidActionList"/>
    <dgm:cxn modelId="{861951C8-77A7-A74D-8BDD-224727E436F7}" type="presParOf" srcId="{E7977752-BB89-4C45-B914-C550944E6580}" destId="{F4B2C3D3-4B79-3A4B-85B4-5682B8465C37}" srcOrd="0" destOrd="0" presId="urn:microsoft.com/office/officeart/2016/7/layout/VerticalSolidActionList"/>
    <dgm:cxn modelId="{36780F5F-074E-FF43-9815-E606DA6C14F1}" type="presParOf" srcId="{E7977752-BB89-4C45-B914-C550944E6580}" destId="{10909ADE-1D87-0D4F-890A-ED999E22BAF1}"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D98D52-EE3C-984D-B28F-31BE9DDD492B}" type="doc">
      <dgm:prSet loTypeId="urn:microsoft.com/office/officeart/2005/8/layout/process4" loCatId="" qsTypeId="urn:microsoft.com/office/officeart/2005/8/quickstyle/simple1" qsCatId="simple" csTypeId="urn:microsoft.com/office/officeart/2005/8/colors/accent1_2" csCatId="accent1" phldr="1"/>
      <dgm:spPr/>
      <dgm:t>
        <a:bodyPr/>
        <a:lstStyle/>
        <a:p>
          <a:endParaRPr lang="en-US"/>
        </a:p>
      </dgm:t>
    </dgm:pt>
    <dgm:pt modelId="{54C19312-C1C7-0F48-B918-5BB930B7C1A2}">
      <dgm:prSet phldrT="[Text]">
        <dgm:style>
          <a:lnRef idx="1">
            <a:schemeClr val="accent1"/>
          </a:lnRef>
          <a:fillRef idx="2">
            <a:schemeClr val="accent1"/>
          </a:fillRef>
          <a:effectRef idx="1">
            <a:schemeClr val="accent1"/>
          </a:effectRef>
          <a:fontRef idx="minor">
            <a:schemeClr val="dk1"/>
          </a:fontRef>
        </dgm:style>
      </dgm:prSet>
      <dgm:spPr/>
      <dgm:t>
        <a:bodyPr/>
        <a:lstStyle/>
        <a:p>
          <a:pPr>
            <a:buAutoNum type="arabicPeriod"/>
          </a:pPr>
          <a:r>
            <a:rPr lang="en-US" dirty="0"/>
            <a:t>Our campaign aimed to promote the MSMAI program using platforms like Facebook, Instagram, YouTube, Google Search, and Google Display to maximize reach and engagement.</a:t>
          </a:r>
        </a:p>
      </dgm:t>
    </dgm:pt>
    <dgm:pt modelId="{19C48218-455A-704D-9897-A373E3BF8277}" type="parTrans" cxnId="{538FD085-6181-094E-9129-5A93F6216E74}">
      <dgm:prSet/>
      <dgm:spPr/>
      <dgm:t>
        <a:bodyPr/>
        <a:lstStyle/>
        <a:p>
          <a:endParaRPr lang="en-US"/>
        </a:p>
      </dgm:t>
    </dgm:pt>
    <dgm:pt modelId="{33DD5188-2A04-CE40-BCCE-304F4686AF2F}" type="sibTrans" cxnId="{538FD085-6181-094E-9129-5A93F6216E74}">
      <dgm:prSet/>
      <dgm:spPr/>
      <dgm:t>
        <a:bodyPr/>
        <a:lstStyle/>
        <a:p>
          <a:endParaRPr lang="en-US"/>
        </a:p>
      </dgm:t>
    </dgm:pt>
    <dgm:pt modelId="{AE2BC7F5-8E4A-2046-A0A7-5C2BE949F502}">
      <dgm:prSet phldrT="[Text]">
        <dgm:style>
          <a:lnRef idx="1">
            <a:schemeClr val="accent2"/>
          </a:lnRef>
          <a:fillRef idx="2">
            <a:schemeClr val="accent2"/>
          </a:fillRef>
          <a:effectRef idx="1">
            <a:schemeClr val="accent2"/>
          </a:effectRef>
          <a:fontRef idx="minor">
            <a:schemeClr val="dk1"/>
          </a:fontRef>
        </dgm:style>
      </dgm:prSet>
      <dgm:spPr/>
      <dgm:t>
        <a:bodyPr/>
        <a:lstStyle/>
        <a:p>
          <a:r>
            <a:rPr lang="en-US" b="1" dirty="0"/>
            <a:t>Campaign Goals:</a:t>
          </a:r>
          <a:r>
            <a:rPr lang="en-US" dirty="0"/>
            <a:t> Increase awareness of MSMAI in New Delhi, focusing on STEM benefits, scholarships, flexibility and drive website traffic and generate enrollment inquiries.</a:t>
          </a:r>
        </a:p>
      </dgm:t>
    </dgm:pt>
    <dgm:pt modelId="{8CA0BB81-DF6B-E847-B506-FA721D3B61F6}" type="parTrans" cxnId="{70614F35-661F-304D-B2A3-E608900A325B}">
      <dgm:prSet/>
      <dgm:spPr/>
      <dgm:t>
        <a:bodyPr/>
        <a:lstStyle/>
        <a:p>
          <a:endParaRPr lang="en-US"/>
        </a:p>
      </dgm:t>
    </dgm:pt>
    <dgm:pt modelId="{FE7E3262-C2C3-B846-B644-245457ADA549}" type="sibTrans" cxnId="{70614F35-661F-304D-B2A3-E608900A325B}">
      <dgm:prSet/>
      <dgm:spPr/>
      <dgm:t>
        <a:bodyPr/>
        <a:lstStyle/>
        <a:p>
          <a:endParaRPr lang="en-US"/>
        </a:p>
      </dgm:t>
    </dgm:pt>
    <dgm:pt modelId="{AB854C20-BAB7-4A4A-A941-3346222F502C}">
      <dgm:prSet phldrT="[Text]">
        <dgm:style>
          <a:lnRef idx="1">
            <a:schemeClr val="accent3"/>
          </a:lnRef>
          <a:fillRef idx="2">
            <a:schemeClr val="accent3"/>
          </a:fillRef>
          <a:effectRef idx="1">
            <a:schemeClr val="accent3"/>
          </a:effectRef>
          <a:fontRef idx="minor">
            <a:schemeClr val="dk1"/>
          </a:fontRef>
        </dgm:style>
      </dgm:prSet>
      <dgm:spPr/>
      <dgm:t>
        <a:bodyPr/>
        <a:lstStyle/>
        <a:p>
          <a:r>
            <a:rPr lang="en-US" b="1" dirty="0"/>
            <a:t>Target Audience:</a:t>
          </a:r>
          <a:r>
            <a:rPr lang="en-US" dirty="0"/>
            <a:t> Individuals aged 18–35 in New Delhi, including students and working professionals interested in advanced marketing analytics education.</a:t>
          </a:r>
        </a:p>
      </dgm:t>
    </dgm:pt>
    <dgm:pt modelId="{3F1C2292-89D8-9843-8667-9B9C0E8AF513}" type="parTrans" cxnId="{3B5F5063-90AA-8D4D-BB6F-167D0BAEFB7C}">
      <dgm:prSet/>
      <dgm:spPr/>
      <dgm:t>
        <a:bodyPr/>
        <a:lstStyle/>
        <a:p>
          <a:endParaRPr lang="en-US"/>
        </a:p>
      </dgm:t>
    </dgm:pt>
    <dgm:pt modelId="{D363968D-01FC-C64F-9EA9-444D7B2646BE}" type="sibTrans" cxnId="{3B5F5063-90AA-8D4D-BB6F-167D0BAEFB7C}">
      <dgm:prSet/>
      <dgm:spPr/>
      <dgm:t>
        <a:bodyPr/>
        <a:lstStyle/>
        <a:p>
          <a:endParaRPr lang="en-US"/>
        </a:p>
      </dgm:t>
    </dgm:pt>
    <dgm:pt modelId="{4A025054-37A9-E541-BFAF-8E571BAF211D}">
      <dgm:prSet phldrT="[Text]">
        <dgm:style>
          <a:lnRef idx="1">
            <a:schemeClr val="accent5"/>
          </a:lnRef>
          <a:fillRef idx="2">
            <a:schemeClr val="accent5"/>
          </a:fillRef>
          <a:effectRef idx="1">
            <a:schemeClr val="accent5"/>
          </a:effectRef>
          <a:fontRef idx="minor">
            <a:schemeClr val="dk1"/>
          </a:fontRef>
        </dgm:style>
      </dgm:prSet>
      <dgm:spPr/>
      <dgm:t>
        <a:bodyPr/>
        <a:lstStyle/>
        <a:p>
          <a:pPr>
            <a:buAutoNum type="arabicPeriod"/>
          </a:pPr>
          <a:r>
            <a:rPr lang="en-US" b="1" dirty="0"/>
            <a:t>Platform Selection:</a:t>
          </a:r>
          <a:r>
            <a:rPr lang="en-US" dirty="0"/>
            <a:t> Google Ads to capture intent-based audiences searching for STEM courses. Facebook and Instagram to reach a broad audience through engaging visuals.</a:t>
          </a:r>
        </a:p>
      </dgm:t>
    </dgm:pt>
    <dgm:pt modelId="{8C2C3032-2B3C-3D46-A706-6A116EC812F3}" type="parTrans" cxnId="{70BF6659-655D-6941-B98F-6572AC23289F}">
      <dgm:prSet/>
      <dgm:spPr/>
      <dgm:t>
        <a:bodyPr/>
        <a:lstStyle/>
        <a:p>
          <a:endParaRPr lang="en-US"/>
        </a:p>
      </dgm:t>
    </dgm:pt>
    <dgm:pt modelId="{677560F5-8226-BF45-8D79-B03AB9AE532D}" type="sibTrans" cxnId="{70BF6659-655D-6941-B98F-6572AC23289F}">
      <dgm:prSet/>
      <dgm:spPr/>
      <dgm:t>
        <a:bodyPr/>
        <a:lstStyle/>
        <a:p>
          <a:endParaRPr lang="en-US"/>
        </a:p>
      </dgm:t>
    </dgm:pt>
    <dgm:pt modelId="{FC963598-DF5E-D344-B875-56682D04A17F}">
      <dgm:prSet phldrT="[Text]">
        <dgm:style>
          <a:lnRef idx="1">
            <a:schemeClr val="accent6"/>
          </a:lnRef>
          <a:fillRef idx="2">
            <a:schemeClr val="accent6"/>
          </a:fillRef>
          <a:effectRef idx="1">
            <a:schemeClr val="accent6"/>
          </a:effectRef>
          <a:fontRef idx="minor">
            <a:schemeClr val="dk1"/>
          </a:fontRef>
        </dgm:style>
      </dgm:prSet>
      <dgm:spPr/>
      <dgm:t>
        <a:bodyPr/>
        <a:lstStyle/>
        <a:p>
          <a:r>
            <a:rPr lang="en-US" b="1" dirty="0"/>
            <a:t>Keyword Strategy:</a:t>
          </a:r>
          <a:r>
            <a:rPr lang="en-US" dirty="0"/>
            <a:t> To Focus on terms like “Wright State University,” “STEM degree in the USA,” and “affordable marketing programs.”</a:t>
          </a:r>
        </a:p>
      </dgm:t>
    </dgm:pt>
    <dgm:pt modelId="{B26D71A9-417E-3541-AB76-85F40EB589B2}" type="parTrans" cxnId="{7CC5D239-5F1B-594D-8F0D-B550A534D60E}">
      <dgm:prSet/>
      <dgm:spPr/>
      <dgm:t>
        <a:bodyPr/>
        <a:lstStyle/>
        <a:p>
          <a:endParaRPr lang="en-US"/>
        </a:p>
      </dgm:t>
    </dgm:pt>
    <dgm:pt modelId="{F3784F9B-1035-6F43-8BEB-7965EBD76F0E}" type="sibTrans" cxnId="{7CC5D239-5F1B-594D-8F0D-B550A534D60E}">
      <dgm:prSet/>
      <dgm:spPr/>
      <dgm:t>
        <a:bodyPr/>
        <a:lstStyle/>
        <a:p>
          <a:endParaRPr lang="en-US"/>
        </a:p>
      </dgm:t>
    </dgm:pt>
    <dgm:pt modelId="{8DEE6B7A-E414-B449-BAE4-7278C0328431}">
      <dgm:prSet phldrT="[Text]">
        <dgm:style>
          <a:lnRef idx="1">
            <a:schemeClr val="accent4"/>
          </a:lnRef>
          <a:fillRef idx="2">
            <a:schemeClr val="accent4"/>
          </a:fillRef>
          <a:effectRef idx="1">
            <a:schemeClr val="accent4"/>
          </a:effectRef>
          <a:fontRef idx="minor">
            <a:schemeClr val="dk1"/>
          </a:fontRef>
        </dgm:style>
      </dgm:prSet>
      <dgm:spPr/>
      <dgm:t>
        <a:bodyPr/>
        <a:lstStyle/>
        <a:p>
          <a:r>
            <a:rPr lang="en-US" b="1"/>
            <a:t>Budget Planning:</a:t>
          </a:r>
          <a:r>
            <a:rPr lang="en-US"/>
            <a:t> Allocated $1,500 strategically, adjusting based on platform performance and ROI.</a:t>
          </a:r>
          <a:endParaRPr lang="en-US" dirty="0"/>
        </a:p>
      </dgm:t>
    </dgm:pt>
    <dgm:pt modelId="{BE7EF1E2-3EEE-034A-AF08-A085FC851879}" type="parTrans" cxnId="{83C561E8-0D1F-E848-8411-AA2627326171}">
      <dgm:prSet/>
      <dgm:spPr/>
      <dgm:t>
        <a:bodyPr/>
        <a:lstStyle/>
        <a:p>
          <a:endParaRPr lang="en-US"/>
        </a:p>
      </dgm:t>
    </dgm:pt>
    <dgm:pt modelId="{5E05C793-30E2-FC49-9948-D7D9DC6F23FC}" type="sibTrans" cxnId="{83C561E8-0D1F-E848-8411-AA2627326171}">
      <dgm:prSet/>
      <dgm:spPr/>
      <dgm:t>
        <a:bodyPr/>
        <a:lstStyle/>
        <a:p>
          <a:endParaRPr lang="en-US"/>
        </a:p>
      </dgm:t>
    </dgm:pt>
    <dgm:pt modelId="{FF3D1FC6-CE07-E445-8614-5EC5340E5C6F}" type="pres">
      <dgm:prSet presAssocID="{DCD98D52-EE3C-984D-B28F-31BE9DDD492B}" presName="Name0" presStyleCnt="0">
        <dgm:presLayoutVars>
          <dgm:dir/>
          <dgm:animLvl val="lvl"/>
          <dgm:resizeHandles val="exact"/>
        </dgm:presLayoutVars>
      </dgm:prSet>
      <dgm:spPr/>
    </dgm:pt>
    <dgm:pt modelId="{EF6A8B69-3CD9-C342-8385-3BEE30CA96C2}" type="pres">
      <dgm:prSet presAssocID="{8DEE6B7A-E414-B449-BAE4-7278C0328431}" presName="boxAndChildren" presStyleCnt="0"/>
      <dgm:spPr/>
    </dgm:pt>
    <dgm:pt modelId="{B202F49F-DD91-E840-A9FB-68E4F66CEB31}" type="pres">
      <dgm:prSet presAssocID="{8DEE6B7A-E414-B449-BAE4-7278C0328431}" presName="parentTextBox" presStyleLbl="node1" presStyleIdx="0" presStyleCnt="6"/>
      <dgm:spPr/>
    </dgm:pt>
    <dgm:pt modelId="{1037885C-4980-C640-8E2D-3337B1EA530E}" type="pres">
      <dgm:prSet presAssocID="{F3784F9B-1035-6F43-8BEB-7965EBD76F0E}" presName="sp" presStyleCnt="0"/>
      <dgm:spPr/>
    </dgm:pt>
    <dgm:pt modelId="{CA180973-1FAE-4A4C-8644-9247978B1D13}" type="pres">
      <dgm:prSet presAssocID="{FC963598-DF5E-D344-B875-56682D04A17F}" presName="arrowAndChildren" presStyleCnt="0"/>
      <dgm:spPr/>
    </dgm:pt>
    <dgm:pt modelId="{02A7F517-21E4-A845-B46B-387E4F8E2B64}" type="pres">
      <dgm:prSet presAssocID="{FC963598-DF5E-D344-B875-56682D04A17F}" presName="parentTextArrow" presStyleLbl="node1" presStyleIdx="1" presStyleCnt="6"/>
      <dgm:spPr/>
    </dgm:pt>
    <dgm:pt modelId="{79D13C02-19D3-9F4A-8987-F2697A8F3618}" type="pres">
      <dgm:prSet presAssocID="{677560F5-8226-BF45-8D79-B03AB9AE532D}" presName="sp" presStyleCnt="0"/>
      <dgm:spPr/>
    </dgm:pt>
    <dgm:pt modelId="{7A965F59-885B-A340-8115-4F89C27FBCD3}" type="pres">
      <dgm:prSet presAssocID="{4A025054-37A9-E541-BFAF-8E571BAF211D}" presName="arrowAndChildren" presStyleCnt="0"/>
      <dgm:spPr/>
    </dgm:pt>
    <dgm:pt modelId="{7927AFF4-3FC4-304E-81BF-8666707271C9}" type="pres">
      <dgm:prSet presAssocID="{4A025054-37A9-E541-BFAF-8E571BAF211D}" presName="parentTextArrow" presStyleLbl="node1" presStyleIdx="2" presStyleCnt="6"/>
      <dgm:spPr/>
    </dgm:pt>
    <dgm:pt modelId="{DAD65501-09A5-0346-AFFB-61479379086F}" type="pres">
      <dgm:prSet presAssocID="{D363968D-01FC-C64F-9EA9-444D7B2646BE}" presName="sp" presStyleCnt="0"/>
      <dgm:spPr/>
    </dgm:pt>
    <dgm:pt modelId="{3F4C403E-B7FF-794B-AD95-38F6DAD5E55E}" type="pres">
      <dgm:prSet presAssocID="{AB854C20-BAB7-4A4A-A941-3346222F502C}" presName="arrowAndChildren" presStyleCnt="0"/>
      <dgm:spPr/>
    </dgm:pt>
    <dgm:pt modelId="{C8E2FCE7-38B2-6D4D-AD05-7516055FED0B}" type="pres">
      <dgm:prSet presAssocID="{AB854C20-BAB7-4A4A-A941-3346222F502C}" presName="parentTextArrow" presStyleLbl="node1" presStyleIdx="3" presStyleCnt="6"/>
      <dgm:spPr/>
    </dgm:pt>
    <dgm:pt modelId="{B216DA42-12B3-C744-B2FB-C039CCBB327D}" type="pres">
      <dgm:prSet presAssocID="{FE7E3262-C2C3-B846-B644-245457ADA549}" presName="sp" presStyleCnt="0"/>
      <dgm:spPr/>
    </dgm:pt>
    <dgm:pt modelId="{BFFE9B73-DD07-4743-AD96-4537B7C22179}" type="pres">
      <dgm:prSet presAssocID="{AE2BC7F5-8E4A-2046-A0A7-5C2BE949F502}" presName="arrowAndChildren" presStyleCnt="0"/>
      <dgm:spPr/>
    </dgm:pt>
    <dgm:pt modelId="{69F51002-EDA4-2A4F-AE45-2CEBF001832B}" type="pres">
      <dgm:prSet presAssocID="{AE2BC7F5-8E4A-2046-A0A7-5C2BE949F502}" presName="parentTextArrow" presStyleLbl="node1" presStyleIdx="4" presStyleCnt="6"/>
      <dgm:spPr/>
    </dgm:pt>
    <dgm:pt modelId="{581EDA08-A602-CA4E-BDEA-14A6157D3C20}" type="pres">
      <dgm:prSet presAssocID="{33DD5188-2A04-CE40-BCCE-304F4686AF2F}" presName="sp" presStyleCnt="0"/>
      <dgm:spPr/>
    </dgm:pt>
    <dgm:pt modelId="{838A5770-C05E-A943-891A-35DFE7F196E6}" type="pres">
      <dgm:prSet presAssocID="{54C19312-C1C7-0F48-B918-5BB930B7C1A2}" presName="arrowAndChildren" presStyleCnt="0"/>
      <dgm:spPr/>
    </dgm:pt>
    <dgm:pt modelId="{55811046-32AA-6444-A2C1-6C34CDACCD46}" type="pres">
      <dgm:prSet presAssocID="{54C19312-C1C7-0F48-B918-5BB930B7C1A2}" presName="parentTextArrow" presStyleLbl="node1" presStyleIdx="5" presStyleCnt="6"/>
      <dgm:spPr/>
    </dgm:pt>
  </dgm:ptLst>
  <dgm:cxnLst>
    <dgm:cxn modelId="{70614F35-661F-304D-B2A3-E608900A325B}" srcId="{DCD98D52-EE3C-984D-B28F-31BE9DDD492B}" destId="{AE2BC7F5-8E4A-2046-A0A7-5C2BE949F502}" srcOrd="1" destOrd="0" parTransId="{8CA0BB81-DF6B-E847-B506-FA721D3B61F6}" sibTransId="{FE7E3262-C2C3-B846-B644-245457ADA549}"/>
    <dgm:cxn modelId="{7CC5D239-5F1B-594D-8F0D-B550A534D60E}" srcId="{DCD98D52-EE3C-984D-B28F-31BE9DDD492B}" destId="{FC963598-DF5E-D344-B875-56682D04A17F}" srcOrd="4" destOrd="0" parTransId="{B26D71A9-417E-3541-AB76-85F40EB589B2}" sibTransId="{F3784F9B-1035-6F43-8BEB-7965EBD76F0E}"/>
    <dgm:cxn modelId="{2AD12845-BCFF-C24A-9D41-BD1BC9FDA5BE}" type="presOf" srcId="{AB854C20-BAB7-4A4A-A941-3346222F502C}" destId="{C8E2FCE7-38B2-6D4D-AD05-7516055FED0B}" srcOrd="0" destOrd="0" presId="urn:microsoft.com/office/officeart/2005/8/layout/process4"/>
    <dgm:cxn modelId="{70BF6659-655D-6941-B98F-6572AC23289F}" srcId="{DCD98D52-EE3C-984D-B28F-31BE9DDD492B}" destId="{4A025054-37A9-E541-BFAF-8E571BAF211D}" srcOrd="3" destOrd="0" parTransId="{8C2C3032-2B3C-3D46-A706-6A116EC812F3}" sibTransId="{677560F5-8226-BF45-8D79-B03AB9AE532D}"/>
    <dgm:cxn modelId="{3B5F5063-90AA-8D4D-BB6F-167D0BAEFB7C}" srcId="{DCD98D52-EE3C-984D-B28F-31BE9DDD492B}" destId="{AB854C20-BAB7-4A4A-A941-3346222F502C}" srcOrd="2" destOrd="0" parTransId="{3F1C2292-89D8-9843-8667-9B9C0E8AF513}" sibTransId="{D363968D-01FC-C64F-9EA9-444D7B2646BE}"/>
    <dgm:cxn modelId="{6A90AC6E-3D2C-FC42-88B5-A8574BEE7D90}" type="presOf" srcId="{4A025054-37A9-E541-BFAF-8E571BAF211D}" destId="{7927AFF4-3FC4-304E-81BF-8666707271C9}" srcOrd="0" destOrd="0" presId="urn:microsoft.com/office/officeart/2005/8/layout/process4"/>
    <dgm:cxn modelId="{1223367C-5546-A449-A1DA-CAE03AE76023}" type="presOf" srcId="{8DEE6B7A-E414-B449-BAE4-7278C0328431}" destId="{B202F49F-DD91-E840-A9FB-68E4F66CEB31}" srcOrd="0" destOrd="0" presId="urn:microsoft.com/office/officeart/2005/8/layout/process4"/>
    <dgm:cxn modelId="{538FD085-6181-094E-9129-5A93F6216E74}" srcId="{DCD98D52-EE3C-984D-B28F-31BE9DDD492B}" destId="{54C19312-C1C7-0F48-B918-5BB930B7C1A2}" srcOrd="0" destOrd="0" parTransId="{19C48218-455A-704D-9897-A373E3BF8277}" sibTransId="{33DD5188-2A04-CE40-BCCE-304F4686AF2F}"/>
    <dgm:cxn modelId="{BC3C328C-38DC-DE4F-8381-FB4F11A6C38B}" type="presOf" srcId="{FC963598-DF5E-D344-B875-56682D04A17F}" destId="{02A7F517-21E4-A845-B46B-387E4F8E2B64}" srcOrd="0" destOrd="0" presId="urn:microsoft.com/office/officeart/2005/8/layout/process4"/>
    <dgm:cxn modelId="{B4B7C9A2-97CC-5B46-8722-5D36D2F17846}" type="presOf" srcId="{54C19312-C1C7-0F48-B918-5BB930B7C1A2}" destId="{55811046-32AA-6444-A2C1-6C34CDACCD46}" srcOrd="0" destOrd="0" presId="urn:microsoft.com/office/officeart/2005/8/layout/process4"/>
    <dgm:cxn modelId="{F1E956A5-9C26-604C-BE22-15A1D7C19950}" type="presOf" srcId="{DCD98D52-EE3C-984D-B28F-31BE9DDD492B}" destId="{FF3D1FC6-CE07-E445-8614-5EC5340E5C6F}" srcOrd="0" destOrd="0" presId="urn:microsoft.com/office/officeart/2005/8/layout/process4"/>
    <dgm:cxn modelId="{0329DFCC-CE37-774A-BF93-44958F3B634B}" type="presOf" srcId="{AE2BC7F5-8E4A-2046-A0A7-5C2BE949F502}" destId="{69F51002-EDA4-2A4F-AE45-2CEBF001832B}" srcOrd="0" destOrd="0" presId="urn:microsoft.com/office/officeart/2005/8/layout/process4"/>
    <dgm:cxn modelId="{83C561E8-0D1F-E848-8411-AA2627326171}" srcId="{DCD98D52-EE3C-984D-B28F-31BE9DDD492B}" destId="{8DEE6B7A-E414-B449-BAE4-7278C0328431}" srcOrd="5" destOrd="0" parTransId="{BE7EF1E2-3EEE-034A-AF08-A085FC851879}" sibTransId="{5E05C793-30E2-FC49-9948-D7D9DC6F23FC}"/>
    <dgm:cxn modelId="{5F2A806B-9817-214A-9FDD-16F5F61F7B9A}" type="presParOf" srcId="{FF3D1FC6-CE07-E445-8614-5EC5340E5C6F}" destId="{EF6A8B69-3CD9-C342-8385-3BEE30CA96C2}" srcOrd="0" destOrd="0" presId="urn:microsoft.com/office/officeart/2005/8/layout/process4"/>
    <dgm:cxn modelId="{7ECAFE6F-8DA3-CF4C-B395-1A0D98CBA0C5}" type="presParOf" srcId="{EF6A8B69-3CD9-C342-8385-3BEE30CA96C2}" destId="{B202F49F-DD91-E840-A9FB-68E4F66CEB31}" srcOrd="0" destOrd="0" presId="urn:microsoft.com/office/officeart/2005/8/layout/process4"/>
    <dgm:cxn modelId="{E29552C6-C589-F744-946D-7BA3780C2FD8}" type="presParOf" srcId="{FF3D1FC6-CE07-E445-8614-5EC5340E5C6F}" destId="{1037885C-4980-C640-8E2D-3337B1EA530E}" srcOrd="1" destOrd="0" presId="urn:microsoft.com/office/officeart/2005/8/layout/process4"/>
    <dgm:cxn modelId="{4FBAFA9C-B026-584B-804D-F29C423CAF2A}" type="presParOf" srcId="{FF3D1FC6-CE07-E445-8614-5EC5340E5C6F}" destId="{CA180973-1FAE-4A4C-8644-9247978B1D13}" srcOrd="2" destOrd="0" presId="urn:microsoft.com/office/officeart/2005/8/layout/process4"/>
    <dgm:cxn modelId="{1E7E8E9F-C4C3-C64A-A76E-E800E5997013}" type="presParOf" srcId="{CA180973-1FAE-4A4C-8644-9247978B1D13}" destId="{02A7F517-21E4-A845-B46B-387E4F8E2B64}" srcOrd="0" destOrd="0" presId="urn:microsoft.com/office/officeart/2005/8/layout/process4"/>
    <dgm:cxn modelId="{0FD4435F-61F7-8041-8216-FF05A22FDF92}" type="presParOf" srcId="{FF3D1FC6-CE07-E445-8614-5EC5340E5C6F}" destId="{79D13C02-19D3-9F4A-8987-F2697A8F3618}" srcOrd="3" destOrd="0" presId="urn:microsoft.com/office/officeart/2005/8/layout/process4"/>
    <dgm:cxn modelId="{95FC2ED5-F3D9-0C4C-87A4-6627601CDA15}" type="presParOf" srcId="{FF3D1FC6-CE07-E445-8614-5EC5340E5C6F}" destId="{7A965F59-885B-A340-8115-4F89C27FBCD3}" srcOrd="4" destOrd="0" presId="urn:microsoft.com/office/officeart/2005/8/layout/process4"/>
    <dgm:cxn modelId="{EAE875D2-F0EB-B14F-978D-204A4B198703}" type="presParOf" srcId="{7A965F59-885B-A340-8115-4F89C27FBCD3}" destId="{7927AFF4-3FC4-304E-81BF-8666707271C9}" srcOrd="0" destOrd="0" presId="urn:microsoft.com/office/officeart/2005/8/layout/process4"/>
    <dgm:cxn modelId="{D11F2EEC-0222-F647-A0F7-7AC68E50A912}" type="presParOf" srcId="{FF3D1FC6-CE07-E445-8614-5EC5340E5C6F}" destId="{DAD65501-09A5-0346-AFFB-61479379086F}" srcOrd="5" destOrd="0" presId="urn:microsoft.com/office/officeart/2005/8/layout/process4"/>
    <dgm:cxn modelId="{EE5B68EA-47F1-4740-86E3-AB122DC1CB16}" type="presParOf" srcId="{FF3D1FC6-CE07-E445-8614-5EC5340E5C6F}" destId="{3F4C403E-B7FF-794B-AD95-38F6DAD5E55E}" srcOrd="6" destOrd="0" presId="urn:microsoft.com/office/officeart/2005/8/layout/process4"/>
    <dgm:cxn modelId="{D72739AD-2560-6D4B-A555-D932A71DC696}" type="presParOf" srcId="{3F4C403E-B7FF-794B-AD95-38F6DAD5E55E}" destId="{C8E2FCE7-38B2-6D4D-AD05-7516055FED0B}" srcOrd="0" destOrd="0" presId="urn:microsoft.com/office/officeart/2005/8/layout/process4"/>
    <dgm:cxn modelId="{1F4A3ABD-89D5-5B4F-85A9-E30A98149F2E}" type="presParOf" srcId="{FF3D1FC6-CE07-E445-8614-5EC5340E5C6F}" destId="{B216DA42-12B3-C744-B2FB-C039CCBB327D}" srcOrd="7" destOrd="0" presId="urn:microsoft.com/office/officeart/2005/8/layout/process4"/>
    <dgm:cxn modelId="{2323F03B-3086-F94A-ACB5-2AE21371E30D}" type="presParOf" srcId="{FF3D1FC6-CE07-E445-8614-5EC5340E5C6F}" destId="{BFFE9B73-DD07-4743-AD96-4537B7C22179}" srcOrd="8" destOrd="0" presId="urn:microsoft.com/office/officeart/2005/8/layout/process4"/>
    <dgm:cxn modelId="{ADAEC7D2-971B-944A-95F5-BF693D71D240}" type="presParOf" srcId="{BFFE9B73-DD07-4743-AD96-4537B7C22179}" destId="{69F51002-EDA4-2A4F-AE45-2CEBF001832B}" srcOrd="0" destOrd="0" presId="urn:microsoft.com/office/officeart/2005/8/layout/process4"/>
    <dgm:cxn modelId="{47AA0909-1683-474B-BEB6-A4EED706453A}" type="presParOf" srcId="{FF3D1FC6-CE07-E445-8614-5EC5340E5C6F}" destId="{581EDA08-A602-CA4E-BDEA-14A6157D3C20}" srcOrd="9" destOrd="0" presId="urn:microsoft.com/office/officeart/2005/8/layout/process4"/>
    <dgm:cxn modelId="{DE8218EF-0809-604F-B232-4D81F08BF035}" type="presParOf" srcId="{FF3D1FC6-CE07-E445-8614-5EC5340E5C6F}" destId="{838A5770-C05E-A943-891A-35DFE7F196E6}" srcOrd="10" destOrd="0" presId="urn:microsoft.com/office/officeart/2005/8/layout/process4"/>
    <dgm:cxn modelId="{B7CF7E81-593A-C94E-94A0-C9F8BF6974E4}" type="presParOf" srcId="{838A5770-C05E-A943-891A-35DFE7F196E6}" destId="{55811046-32AA-6444-A2C1-6C34CDACCD4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CD98D52-EE3C-984D-B28F-31BE9DDD492B}" type="doc">
      <dgm:prSet loTypeId="urn:microsoft.com/office/officeart/2005/8/layout/process4" loCatId="" qsTypeId="urn:microsoft.com/office/officeart/2005/8/quickstyle/simple1" qsCatId="simple" csTypeId="urn:microsoft.com/office/officeart/2005/8/colors/accent1_2" csCatId="accent1" phldr="1"/>
      <dgm:spPr/>
      <dgm:t>
        <a:bodyPr/>
        <a:lstStyle/>
        <a:p>
          <a:endParaRPr lang="en-US"/>
        </a:p>
      </dgm:t>
    </dgm:pt>
    <dgm:pt modelId="{54C19312-C1C7-0F48-B918-5BB930B7C1A2}">
      <dgm:prSet phldrT="[Text]">
        <dgm:style>
          <a:lnRef idx="1">
            <a:schemeClr val="accent1"/>
          </a:lnRef>
          <a:fillRef idx="2">
            <a:schemeClr val="accent1"/>
          </a:fillRef>
          <a:effectRef idx="1">
            <a:schemeClr val="accent1"/>
          </a:effectRef>
          <a:fontRef idx="minor">
            <a:schemeClr val="dk1"/>
          </a:fontRef>
        </dgm:style>
      </dgm:prSet>
      <dgm:spPr/>
      <dgm:t>
        <a:bodyPr/>
        <a:lstStyle/>
        <a:p>
          <a:pPr>
            <a:buAutoNum type="arabicPeriod"/>
          </a:pPr>
          <a:r>
            <a:rPr lang="en-US" dirty="0"/>
            <a:t>As per our Planned Strategy we also added Google Video Campaign. Videos drove deeper engagement. Reposting high-performing content(Video 1) proved effective.</a:t>
          </a:r>
        </a:p>
      </dgm:t>
    </dgm:pt>
    <dgm:pt modelId="{19C48218-455A-704D-9897-A373E3BF8277}" type="parTrans" cxnId="{538FD085-6181-094E-9129-5A93F6216E74}">
      <dgm:prSet/>
      <dgm:spPr/>
      <dgm:t>
        <a:bodyPr/>
        <a:lstStyle/>
        <a:p>
          <a:endParaRPr lang="en-US"/>
        </a:p>
      </dgm:t>
    </dgm:pt>
    <dgm:pt modelId="{33DD5188-2A04-CE40-BCCE-304F4686AF2F}" type="sibTrans" cxnId="{538FD085-6181-094E-9129-5A93F6216E74}">
      <dgm:prSet/>
      <dgm:spPr/>
      <dgm:t>
        <a:bodyPr/>
        <a:lstStyle/>
        <a:p>
          <a:endParaRPr lang="en-US"/>
        </a:p>
      </dgm:t>
    </dgm:pt>
    <dgm:pt modelId="{AE2BC7F5-8E4A-2046-A0A7-5C2BE949F502}">
      <dgm:prSet phldrT="[Text]">
        <dgm:style>
          <a:lnRef idx="1">
            <a:schemeClr val="accent3"/>
          </a:lnRef>
          <a:fillRef idx="2">
            <a:schemeClr val="accent3"/>
          </a:fillRef>
          <a:effectRef idx="1">
            <a:schemeClr val="accent3"/>
          </a:effectRef>
          <a:fontRef idx="minor">
            <a:schemeClr val="dk1"/>
          </a:fontRef>
        </dgm:style>
      </dgm:prSet>
      <dgm:spPr/>
      <dgm:t>
        <a:bodyPr/>
        <a:lstStyle/>
        <a:p>
          <a:r>
            <a:rPr lang="en-US" dirty="0"/>
            <a:t>As</a:t>
          </a:r>
          <a:r>
            <a:rPr lang="en-US" baseline="0" dirty="0"/>
            <a:t> planned targeted demographics were successful in generating engagement levels and cost-effectiveness.</a:t>
          </a:r>
          <a:endParaRPr lang="en-US" dirty="0"/>
        </a:p>
      </dgm:t>
    </dgm:pt>
    <dgm:pt modelId="{8CA0BB81-DF6B-E847-B506-FA721D3B61F6}" type="parTrans" cxnId="{70614F35-661F-304D-B2A3-E608900A325B}">
      <dgm:prSet/>
      <dgm:spPr/>
      <dgm:t>
        <a:bodyPr/>
        <a:lstStyle/>
        <a:p>
          <a:endParaRPr lang="en-US"/>
        </a:p>
      </dgm:t>
    </dgm:pt>
    <dgm:pt modelId="{FE7E3262-C2C3-B846-B644-245457ADA549}" type="sibTrans" cxnId="{70614F35-661F-304D-B2A3-E608900A325B}">
      <dgm:prSet/>
      <dgm:spPr/>
      <dgm:t>
        <a:bodyPr/>
        <a:lstStyle/>
        <a:p>
          <a:endParaRPr lang="en-US"/>
        </a:p>
      </dgm:t>
    </dgm:pt>
    <dgm:pt modelId="{AB854C20-BAB7-4A4A-A941-3346222F502C}">
      <dgm:prSet phldrT="[Text]">
        <dgm:style>
          <a:lnRef idx="1">
            <a:schemeClr val="accent5"/>
          </a:lnRef>
          <a:fillRef idx="2">
            <a:schemeClr val="accent5"/>
          </a:fillRef>
          <a:effectRef idx="1">
            <a:schemeClr val="accent5"/>
          </a:effectRef>
          <a:fontRef idx="minor">
            <a:schemeClr val="dk1"/>
          </a:fontRef>
        </dgm:style>
      </dgm:prSet>
      <dgm:spPr/>
      <dgm:t>
        <a:bodyPr/>
        <a:lstStyle/>
        <a:p>
          <a:r>
            <a:rPr lang="en-US" dirty="0"/>
            <a:t>Key words as assumed to be an integral part turned out to be the Negative keyword. Ex- Wright State University and International Student Scholarships</a:t>
          </a:r>
        </a:p>
      </dgm:t>
    </dgm:pt>
    <dgm:pt modelId="{3F1C2292-89D8-9843-8667-9B9C0E8AF513}" type="parTrans" cxnId="{3B5F5063-90AA-8D4D-BB6F-167D0BAEFB7C}">
      <dgm:prSet/>
      <dgm:spPr/>
      <dgm:t>
        <a:bodyPr/>
        <a:lstStyle/>
        <a:p>
          <a:endParaRPr lang="en-US"/>
        </a:p>
      </dgm:t>
    </dgm:pt>
    <dgm:pt modelId="{D363968D-01FC-C64F-9EA9-444D7B2646BE}" type="sibTrans" cxnId="{3B5F5063-90AA-8D4D-BB6F-167D0BAEFB7C}">
      <dgm:prSet/>
      <dgm:spPr/>
      <dgm:t>
        <a:bodyPr/>
        <a:lstStyle/>
        <a:p>
          <a:endParaRPr lang="en-US"/>
        </a:p>
      </dgm:t>
    </dgm:pt>
    <dgm:pt modelId="{4A025054-37A9-E541-BFAF-8E571BAF211D}">
      <dgm:prSet phldrT="[Text]">
        <dgm:style>
          <a:lnRef idx="1">
            <a:schemeClr val="accent6"/>
          </a:lnRef>
          <a:fillRef idx="2">
            <a:schemeClr val="accent6"/>
          </a:fillRef>
          <a:effectRef idx="1">
            <a:schemeClr val="accent6"/>
          </a:effectRef>
          <a:fontRef idx="minor">
            <a:schemeClr val="dk1"/>
          </a:fontRef>
        </dgm:style>
      </dgm:prSet>
      <dgm:spPr/>
      <dgm:t>
        <a:bodyPr/>
        <a:lstStyle/>
        <a:p>
          <a:pPr>
            <a:buAutoNum type="arabicPeriod"/>
          </a:pPr>
          <a:r>
            <a:rPr lang="en-US" dirty="0"/>
            <a:t>Based on the Research and diving deeper to LinkedIn, we decided to drop the plan and allocate the budget to the performing Ads. We create an additional Display Ad Group with the planned budget of LinkedIn.</a:t>
          </a:r>
        </a:p>
      </dgm:t>
    </dgm:pt>
    <dgm:pt modelId="{8C2C3032-2B3C-3D46-A706-6A116EC812F3}" type="parTrans" cxnId="{70BF6659-655D-6941-B98F-6572AC23289F}">
      <dgm:prSet/>
      <dgm:spPr/>
      <dgm:t>
        <a:bodyPr/>
        <a:lstStyle/>
        <a:p>
          <a:endParaRPr lang="en-US"/>
        </a:p>
      </dgm:t>
    </dgm:pt>
    <dgm:pt modelId="{677560F5-8226-BF45-8D79-B03AB9AE532D}" type="sibTrans" cxnId="{70BF6659-655D-6941-B98F-6572AC23289F}">
      <dgm:prSet/>
      <dgm:spPr/>
      <dgm:t>
        <a:bodyPr/>
        <a:lstStyle/>
        <a:p>
          <a:endParaRPr lang="en-US"/>
        </a:p>
      </dgm:t>
    </dgm:pt>
    <dgm:pt modelId="{37E08975-2388-5C4B-95E7-4860EE48DC30}">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t>After allocating the whole money to Campaign Performance, we spent $921. This included holding back the Influencer Campaign to Action and re-marketing a few videos and ad posts. </a:t>
          </a:r>
        </a:p>
      </dgm:t>
    </dgm:pt>
    <dgm:pt modelId="{E1A18FBF-6753-2342-A86B-A5493FD5782E}" type="parTrans" cxnId="{61645024-FCA8-E74C-BEDF-4D474F1B7E20}">
      <dgm:prSet/>
      <dgm:spPr/>
      <dgm:t>
        <a:bodyPr/>
        <a:lstStyle/>
        <a:p>
          <a:endParaRPr lang="en-US"/>
        </a:p>
      </dgm:t>
    </dgm:pt>
    <dgm:pt modelId="{74024060-3D12-304F-9760-5A2A7F9D7175}" type="sibTrans" cxnId="{61645024-FCA8-E74C-BEDF-4D474F1B7E20}">
      <dgm:prSet/>
      <dgm:spPr/>
      <dgm:t>
        <a:bodyPr/>
        <a:lstStyle/>
        <a:p>
          <a:endParaRPr lang="en-US"/>
        </a:p>
      </dgm:t>
    </dgm:pt>
    <dgm:pt modelId="{D1AE845E-50A8-8448-9265-D57BC8C512AE}">
      <dgm:prSet phldrT="[Text]">
        <dgm:style>
          <a:lnRef idx="1">
            <a:schemeClr val="accent2"/>
          </a:lnRef>
          <a:fillRef idx="2">
            <a:schemeClr val="accent2"/>
          </a:fillRef>
          <a:effectRef idx="1">
            <a:schemeClr val="accent2"/>
          </a:effectRef>
          <a:fontRef idx="minor">
            <a:schemeClr val="dk1"/>
          </a:fontRef>
        </dgm:style>
      </dgm:prSet>
      <dgm:spPr/>
      <dgm:t>
        <a:bodyPr/>
        <a:lstStyle/>
        <a:p>
          <a:pPr>
            <a:buAutoNum type="arabicPeriod"/>
          </a:pPr>
          <a:r>
            <a:rPr lang="en-US" dirty="0"/>
            <a:t>Google Ads were effective in driving direct engagement. Social media Campaigns built awareness and strengthened the programs digital presence.</a:t>
          </a:r>
        </a:p>
      </dgm:t>
    </dgm:pt>
    <dgm:pt modelId="{BE48EF1B-FDDD-2140-96D6-3238C4836C40}" type="parTrans" cxnId="{2B6D41B0-4A1C-9042-8B77-EB8D16872323}">
      <dgm:prSet/>
      <dgm:spPr/>
      <dgm:t>
        <a:bodyPr/>
        <a:lstStyle/>
        <a:p>
          <a:endParaRPr lang="en-US"/>
        </a:p>
      </dgm:t>
    </dgm:pt>
    <dgm:pt modelId="{AEB3F42B-6053-3340-88F9-765815D0B6AD}" type="sibTrans" cxnId="{2B6D41B0-4A1C-9042-8B77-EB8D16872323}">
      <dgm:prSet/>
      <dgm:spPr/>
      <dgm:t>
        <a:bodyPr/>
        <a:lstStyle/>
        <a:p>
          <a:endParaRPr lang="en-US"/>
        </a:p>
      </dgm:t>
    </dgm:pt>
    <dgm:pt modelId="{FF3D1FC6-CE07-E445-8614-5EC5340E5C6F}" type="pres">
      <dgm:prSet presAssocID="{DCD98D52-EE3C-984D-B28F-31BE9DDD492B}" presName="Name0" presStyleCnt="0">
        <dgm:presLayoutVars>
          <dgm:dir/>
          <dgm:animLvl val="lvl"/>
          <dgm:resizeHandles val="exact"/>
        </dgm:presLayoutVars>
      </dgm:prSet>
      <dgm:spPr/>
    </dgm:pt>
    <dgm:pt modelId="{9CD221A8-81B8-C244-ADE7-A2B189514BE0}" type="pres">
      <dgm:prSet presAssocID="{37E08975-2388-5C4B-95E7-4860EE48DC30}" presName="boxAndChildren" presStyleCnt="0"/>
      <dgm:spPr/>
    </dgm:pt>
    <dgm:pt modelId="{4278C480-B940-484C-B453-273A90BC48E0}" type="pres">
      <dgm:prSet presAssocID="{37E08975-2388-5C4B-95E7-4860EE48DC30}" presName="parentTextBox" presStyleLbl="node1" presStyleIdx="0" presStyleCnt="6"/>
      <dgm:spPr/>
    </dgm:pt>
    <dgm:pt modelId="{79D13C02-19D3-9F4A-8987-F2697A8F3618}" type="pres">
      <dgm:prSet presAssocID="{677560F5-8226-BF45-8D79-B03AB9AE532D}" presName="sp" presStyleCnt="0"/>
      <dgm:spPr/>
    </dgm:pt>
    <dgm:pt modelId="{7A965F59-885B-A340-8115-4F89C27FBCD3}" type="pres">
      <dgm:prSet presAssocID="{4A025054-37A9-E541-BFAF-8E571BAF211D}" presName="arrowAndChildren" presStyleCnt="0"/>
      <dgm:spPr/>
    </dgm:pt>
    <dgm:pt modelId="{7927AFF4-3FC4-304E-81BF-8666707271C9}" type="pres">
      <dgm:prSet presAssocID="{4A025054-37A9-E541-BFAF-8E571BAF211D}" presName="parentTextArrow" presStyleLbl="node1" presStyleIdx="1" presStyleCnt="6"/>
      <dgm:spPr/>
    </dgm:pt>
    <dgm:pt modelId="{DAD65501-09A5-0346-AFFB-61479379086F}" type="pres">
      <dgm:prSet presAssocID="{D363968D-01FC-C64F-9EA9-444D7B2646BE}" presName="sp" presStyleCnt="0"/>
      <dgm:spPr/>
    </dgm:pt>
    <dgm:pt modelId="{3F4C403E-B7FF-794B-AD95-38F6DAD5E55E}" type="pres">
      <dgm:prSet presAssocID="{AB854C20-BAB7-4A4A-A941-3346222F502C}" presName="arrowAndChildren" presStyleCnt="0"/>
      <dgm:spPr/>
    </dgm:pt>
    <dgm:pt modelId="{C8E2FCE7-38B2-6D4D-AD05-7516055FED0B}" type="pres">
      <dgm:prSet presAssocID="{AB854C20-BAB7-4A4A-A941-3346222F502C}" presName="parentTextArrow" presStyleLbl="node1" presStyleIdx="2" presStyleCnt="6"/>
      <dgm:spPr/>
    </dgm:pt>
    <dgm:pt modelId="{B216DA42-12B3-C744-B2FB-C039CCBB327D}" type="pres">
      <dgm:prSet presAssocID="{FE7E3262-C2C3-B846-B644-245457ADA549}" presName="sp" presStyleCnt="0"/>
      <dgm:spPr/>
    </dgm:pt>
    <dgm:pt modelId="{BFFE9B73-DD07-4743-AD96-4537B7C22179}" type="pres">
      <dgm:prSet presAssocID="{AE2BC7F5-8E4A-2046-A0A7-5C2BE949F502}" presName="arrowAndChildren" presStyleCnt="0"/>
      <dgm:spPr/>
    </dgm:pt>
    <dgm:pt modelId="{69F51002-EDA4-2A4F-AE45-2CEBF001832B}" type="pres">
      <dgm:prSet presAssocID="{AE2BC7F5-8E4A-2046-A0A7-5C2BE949F502}" presName="parentTextArrow" presStyleLbl="node1" presStyleIdx="3" presStyleCnt="6"/>
      <dgm:spPr/>
    </dgm:pt>
    <dgm:pt modelId="{8FDC1262-D118-5D47-99C9-76ABE801EBB3}" type="pres">
      <dgm:prSet presAssocID="{AEB3F42B-6053-3340-88F9-765815D0B6AD}" presName="sp" presStyleCnt="0"/>
      <dgm:spPr/>
    </dgm:pt>
    <dgm:pt modelId="{51866B9D-FB08-F548-A3EB-F63F6622C0EB}" type="pres">
      <dgm:prSet presAssocID="{D1AE845E-50A8-8448-9265-D57BC8C512AE}" presName="arrowAndChildren" presStyleCnt="0"/>
      <dgm:spPr/>
    </dgm:pt>
    <dgm:pt modelId="{76A1355B-B1A1-3844-88D6-1A17301794A8}" type="pres">
      <dgm:prSet presAssocID="{D1AE845E-50A8-8448-9265-D57BC8C512AE}" presName="parentTextArrow" presStyleLbl="node1" presStyleIdx="4" presStyleCnt="6"/>
      <dgm:spPr/>
    </dgm:pt>
    <dgm:pt modelId="{581EDA08-A602-CA4E-BDEA-14A6157D3C20}" type="pres">
      <dgm:prSet presAssocID="{33DD5188-2A04-CE40-BCCE-304F4686AF2F}" presName="sp" presStyleCnt="0"/>
      <dgm:spPr/>
    </dgm:pt>
    <dgm:pt modelId="{838A5770-C05E-A943-891A-35DFE7F196E6}" type="pres">
      <dgm:prSet presAssocID="{54C19312-C1C7-0F48-B918-5BB930B7C1A2}" presName="arrowAndChildren" presStyleCnt="0"/>
      <dgm:spPr/>
    </dgm:pt>
    <dgm:pt modelId="{55811046-32AA-6444-A2C1-6C34CDACCD46}" type="pres">
      <dgm:prSet presAssocID="{54C19312-C1C7-0F48-B918-5BB930B7C1A2}" presName="parentTextArrow" presStyleLbl="node1" presStyleIdx="5" presStyleCnt="6"/>
      <dgm:spPr/>
    </dgm:pt>
  </dgm:ptLst>
  <dgm:cxnLst>
    <dgm:cxn modelId="{61645024-FCA8-E74C-BEDF-4D474F1B7E20}" srcId="{DCD98D52-EE3C-984D-B28F-31BE9DDD492B}" destId="{37E08975-2388-5C4B-95E7-4860EE48DC30}" srcOrd="5" destOrd="0" parTransId="{E1A18FBF-6753-2342-A86B-A5493FD5782E}" sibTransId="{74024060-3D12-304F-9760-5A2A7F9D7175}"/>
    <dgm:cxn modelId="{59CFE734-8E5C-344D-95D1-693BE7DFB8D0}" type="presOf" srcId="{D1AE845E-50A8-8448-9265-D57BC8C512AE}" destId="{76A1355B-B1A1-3844-88D6-1A17301794A8}" srcOrd="0" destOrd="0" presId="urn:microsoft.com/office/officeart/2005/8/layout/process4"/>
    <dgm:cxn modelId="{70614F35-661F-304D-B2A3-E608900A325B}" srcId="{DCD98D52-EE3C-984D-B28F-31BE9DDD492B}" destId="{AE2BC7F5-8E4A-2046-A0A7-5C2BE949F502}" srcOrd="2" destOrd="0" parTransId="{8CA0BB81-DF6B-E847-B506-FA721D3B61F6}" sibTransId="{FE7E3262-C2C3-B846-B644-245457ADA549}"/>
    <dgm:cxn modelId="{2AD12845-BCFF-C24A-9D41-BD1BC9FDA5BE}" type="presOf" srcId="{AB854C20-BAB7-4A4A-A941-3346222F502C}" destId="{C8E2FCE7-38B2-6D4D-AD05-7516055FED0B}" srcOrd="0" destOrd="0" presId="urn:microsoft.com/office/officeart/2005/8/layout/process4"/>
    <dgm:cxn modelId="{BB38D354-C67A-B940-AB2F-821EA4165FD4}" type="presOf" srcId="{37E08975-2388-5C4B-95E7-4860EE48DC30}" destId="{4278C480-B940-484C-B453-273A90BC48E0}" srcOrd="0" destOrd="0" presId="urn:microsoft.com/office/officeart/2005/8/layout/process4"/>
    <dgm:cxn modelId="{70BF6659-655D-6941-B98F-6572AC23289F}" srcId="{DCD98D52-EE3C-984D-B28F-31BE9DDD492B}" destId="{4A025054-37A9-E541-BFAF-8E571BAF211D}" srcOrd="4" destOrd="0" parTransId="{8C2C3032-2B3C-3D46-A706-6A116EC812F3}" sibTransId="{677560F5-8226-BF45-8D79-B03AB9AE532D}"/>
    <dgm:cxn modelId="{3B5F5063-90AA-8D4D-BB6F-167D0BAEFB7C}" srcId="{DCD98D52-EE3C-984D-B28F-31BE9DDD492B}" destId="{AB854C20-BAB7-4A4A-A941-3346222F502C}" srcOrd="3" destOrd="0" parTransId="{3F1C2292-89D8-9843-8667-9B9C0E8AF513}" sibTransId="{D363968D-01FC-C64F-9EA9-444D7B2646BE}"/>
    <dgm:cxn modelId="{6A90AC6E-3D2C-FC42-88B5-A8574BEE7D90}" type="presOf" srcId="{4A025054-37A9-E541-BFAF-8E571BAF211D}" destId="{7927AFF4-3FC4-304E-81BF-8666707271C9}" srcOrd="0" destOrd="0" presId="urn:microsoft.com/office/officeart/2005/8/layout/process4"/>
    <dgm:cxn modelId="{538FD085-6181-094E-9129-5A93F6216E74}" srcId="{DCD98D52-EE3C-984D-B28F-31BE9DDD492B}" destId="{54C19312-C1C7-0F48-B918-5BB930B7C1A2}" srcOrd="0" destOrd="0" parTransId="{19C48218-455A-704D-9897-A373E3BF8277}" sibTransId="{33DD5188-2A04-CE40-BCCE-304F4686AF2F}"/>
    <dgm:cxn modelId="{B4B7C9A2-97CC-5B46-8722-5D36D2F17846}" type="presOf" srcId="{54C19312-C1C7-0F48-B918-5BB930B7C1A2}" destId="{55811046-32AA-6444-A2C1-6C34CDACCD46}" srcOrd="0" destOrd="0" presId="urn:microsoft.com/office/officeart/2005/8/layout/process4"/>
    <dgm:cxn modelId="{F1E956A5-9C26-604C-BE22-15A1D7C19950}" type="presOf" srcId="{DCD98D52-EE3C-984D-B28F-31BE9DDD492B}" destId="{FF3D1FC6-CE07-E445-8614-5EC5340E5C6F}" srcOrd="0" destOrd="0" presId="urn:microsoft.com/office/officeart/2005/8/layout/process4"/>
    <dgm:cxn modelId="{2B6D41B0-4A1C-9042-8B77-EB8D16872323}" srcId="{DCD98D52-EE3C-984D-B28F-31BE9DDD492B}" destId="{D1AE845E-50A8-8448-9265-D57BC8C512AE}" srcOrd="1" destOrd="0" parTransId="{BE48EF1B-FDDD-2140-96D6-3238C4836C40}" sibTransId="{AEB3F42B-6053-3340-88F9-765815D0B6AD}"/>
    <dgm:cxn modelId="{0329DFCC-CE37-774A-BF93-44958F3B634B}" type="presOf" srcId="{AE2BC7F5-8E4A-2046-A0A7-5C2BE949F502}" destId="{69F51002-EDA4-2A4F-AE45-2CEBF001832B}" srcOrd="0" destOrd="0" presId="urn:microsoft.com/office/officeart/2005/8/layout/process4"/>
    <dgm:cxn modelId="{A71CAE2F-74F6-D64F-B2FF-74E18E360EF9}" type="presParOf" srcId="{FF3D1FC6-CE07-E445-8614-5EC5340E5C6F}" destId="{9CD221A8-81B8-C244-ADE7-A2B189514BE0}" srcOrd="0" destOrd="0" presId="urn:microsoft.com/office/officeart/2005/8/layout/process4"/>
    <dgm:cxn modelId="{4F26E569-A47B-FE4D-B6ED-F35F8EB90FBD}" type="presParOf" srcId="{9CD221A8-81B8-C244-ADE7-A2B189514BE0}" destId="{4278C480-B940-484C-B453-273A90BC48E0}" srcOrd="0" destOrd="0" presId="urn:microsoft.com/office/officeart/2005/8/layout/process4"/>
    <dgm:cxn modelId="{0FD4435F-61F7-8041-8216-FF05A22FDF92}" type="presParOf" srcId="{FF3D1FC6-CE07-E445-8614-5EC5340E5C6F}" destId="{79D13C02-19D3-9F4A-8987-F2697A8F3618}" srcOrd="1" destOrd="0" presId="urn:microsoft.com/office/officeart/2005/8/layout/process4"/>
    <dgm:cxn modelId="{95FC2ED5-F3D9-0C4C-87A4-6627601CDA15}" type="presParOf" srcId="{FF3D1FC6-CE07-E445-8614-5EC5340E5C6F}" destId="{7A965F59-885B-A340-8115-4F89C27FBCD3}" srcOrd="2" destOrd="0" presId="urn:microsoft.com/office/officeart/2005/8/layout/process4"/>
    <dgm:cxn modelId="{EAE875D2-F0EB-B14F-978D-204A4B198703}" type="presParOf" srcId="{7A965F59-885B-A340-8115-4F89C27FBCD3}" destId="{7927AFF4-3FC4-304E-81BF-8666707271C9}" srcOrd="0" destOrd="0" presId="urn:microsoft.com/office/officeart/2005/8/layout/process4"/>
    <dgm:cxn modelId="{D11F2EEC-0222-F647-A0F7-7AC68E50A912}" type="presParOf" srcId="{FF3D1FC6-CE07-E445-8614-5EC5340E5C6F}" destId="{DAD65501-09A5-0346-AFFB-61479379086F}" srcOrd="3" destOrd="0" presId="urn:microsoft.com/office/officeart/2005/8/layout/process4"/>
    <dgm:cxn modelId="{EE5B68EA-47F1-4740-86E3-AB122DC1CB16}" type="presParOf" srcId="{FF3D1FC6-CE07-E445-8614-5EC5340E5C6F}" destId="{3F4C403E-B7FF-794B-AD95-38F6DAD5E55E}" srcOrd="4" destOrd="0" presId="urn:microsoft.com/office/officeart/2005/8/layout/process4"/>
    <dgm:cxn modelId="{D72739AD-2560-6D4B-A555-D932A71DC696}" type="presParOf" srcId="{3F4C403E-B7FF-794B-AD95-38F6DAD5E55E}" destId="{C8E2FCE7-38B2-6D4D-AD05-7516055FED0B}" srcOrd="0" destOrd="0" presId="urn:microsoft.com/office/officeart/2005/8/layout/process4"/>
    <dgm:cxn modelId="{1F4A3ABD-89D5-5B4F-85A9-E30A98149F2E}" type="presParOf" srcId="{FF3D1FC6-CE07-E445-8614-5EC5340E5C6F}" destId="{B216DA42-12B3-C744-B2FB-C039CCBB327D}" srcOrd="5" destOrd="0" presId="urn:microsoft.com/office/officeart/2005/8/layout/process4"/>
    <dgm:cxn modelId="{2323F03B-3086-F94A-ACB5-2AE21371E30D}" type="presParOf" srcId="{FF3D1FC6-CE07-E445-8614-5EC5340E5C6F}" destId="{BFFE9B73-DD07-4743-AD96-4537B7C22179}" srcOrd="6" destOrd="0" presId="urn:microsoft.com/office/officeart/2005/8/layout/process4"/>
    <dgm:cxn modelId="{ADAEC7D2-971B-944A-95F5-BF693D71D240}" type="presParOf" srcId="{BFFE9B73-DD07-4743-AD96-4537B7C22179}" destId="{69F51002-EDA4-2A4F-AE45-2CEBF001832B}" srcOrd="0" destOrd="0" presId="urn:microsoft.com/office/officeart/2005/8/layout/process4"/>
    <dgm:cxn modelId="{A3B20509-5070-8146-9478-25E910B6C84F}" type="presParOf" srcId="{FF3D1FC6-CE07-E445-8614-5EC5340E5C6F}" destId="{8FDC1262-D118-5D47-99C9-76ABE801EBB3}" srcOrd="7" destOrd="0" presId="urn:microsoft.com/office/officeart/2005/8/layout/process4"/>
    <dgm:cxn modelId="{6AC856CF-2DFE-9346-9BC8-66AC7B197F9F}" type="presParOf" srcId="{FF3D1FC6-CE07-E445-8614-5EC5340E5C6F}" destId="{51866B9D-FB08-F548-A3EB-F63F6622C0EB}" srcOrd="8" destOrd="0" presId="urn:microsoft.com/office/officeart/2005/8/layout/process4"/>
    <dgm:cxn modelId="{04B08533-6DF1-E547-AAE7-2A087B2FEC6F}" type="presParOf" srcId="{51866B9D-FB08-F548-A3EB-F63F6622C0EB}" destId="{76A1355B-B1A1-3844-88D6-1A17301794A8}" srcOrd="0" destOrd="0" presId="urn:microsoft.com/office/officeart/2005/8/layout/process4"/>
    <dgm:cxn modelId="{47AA0909-1683-474B-BEB6-A4EED706453A}" type="presParOf" srcId="{FF3D1FC6-CE07-E445-8614-5EC5340E5C6F}" destId="{581EDA08-A602-CA4E-BDEA-14A6157D3C20}" srcOrd="9" destOrd="0" presId="urn:microsoft.com/office/officeart/2005/8/layout/process4"/>
    <dgm:cxn modelId="{DE8218EF-0809-604F-B232-4D81F08BF035}" type="presParOf" srcId="{FF3D1FC6-CE07-E445-8614-5EC5340E5C6F}" destId="{838A5770-C05E-A943-891A-35DFE7F196E6}" srcOrd="10" destOrd="0" presId="urn:microsoft.com/office/officeart/2005/8/layout/process4"/>
    <dgm:cxn modelId="{B7CF7E81-593A-C94E-94A0-C9F8BF6974E4}" type="presParOf" srcId="{838A5770-C05E-A943-891A-35DFE7F196E6}" destId="{55811046-32AA-6444-A2C1-6C34CDACCD4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C538C97-F96E-462A-9D26-7CA11D189FAC}" type="doc">
      <dgm:prSet loTypeId="urn:microsoft.com/office/officeart/2005/8/layout/cycle2" loCatId="cycle" qsTypeId="urn:microsoft.com/office/officeart/2005/8/quickstyle/simple4" qsCatId="simple" csTypeId="urn:microsoft.com/office/officeart/2005/8/colors/colorful2" csCatId="colorful" phldr="1"/>
      <dgm:spPr/>
      <dgm:t>
        <a:bodyPr/>
        <a:lstStyle/>
        <a:p>
          <a:endParaRPr lang="en-US"/>
        </a:p>
      </dgm:t>
    </dgm:pt>
    <dgm:pt modelId="{81F9228D-6968-4F45-8868-59F7B80E65FB}">
      <dgm:prSet/>
      <dgm:spPr/>
      <dgm:t>
        <a:bodyPr/>
        <a:lstStyle/>
        <a:p>
          <a:pPr algn="ctr"/>
          <a:r>
            <a:rPr lang="en-US" dirty="0"/>
            <a:t>Impression   25,405K</a:t>
          </a:r>
        </a:p>
      </dgm:t>
    </dgm:pt>
    <dgm:pt modelId="{C79D91FD-F2DB-42AC-B840-5884219E761C}" type="parTrans" cxnId="{D49F92CA-E8BB-42A6-A373-B06FCB9EE58A}">
      <dgm:prSet/>
      <dgm:spPr/>
      <dgm:t>
        <a:bodyPr/>
        <a:lstStyle/>
        <a:p>
          <a:endParaRPr lang="en-US"/>
        </a:p>
      </dgm:t>
    </dgm:pt>
    <dgm:pt modelId="{3FE5171B-15C9-416D-85F5-2253A42E4EBE}" type="sibTrans" cxnId="{D49F92CA-E8BB-42A6-A373-B06FCB9EE58A}">
      <dgm:prSet/>
      <dgm:spPr/>
      <dgm:t>
        <a:bodyPr/>
        <a:lstStyle/>
        <a:p>
          <a:endParaRPr lang="en-US"/>
        </a:p>
      </dgm:t>
    </dgm:pt>
    <dgm:pt modelId="{ABB1CC7F-4174-41B0-A9E9-3E4B90E4AE80}">
      <dgm:prSet/>
      <dgm:spPr/>
      <dgm:t>
        <a:bodyPr/>
        <a:lstStyle/>
        <a:p>
          <a:r>
            <a:rPr lang="en-US" dirty="0"/>
            <a:t>Clicks  2.997K</a:t>
          </a:r>
        </a:p>
      </dgm:t>
    </dgm:pt>
    <dgm:pt modelId="{8A1DA103-1BE7-4610-A84D-ED8B4CDDD090}" type="parTrans" cxnId="{00AA1763-6DA8-4ED4-9417-B8FCE9286E1F}">
      <dgm:prSet/>
      <dgm:spPr/>
      <dgm:t>
        <a:bodyPr/>
        <a:lstStyle/>
        <a:p>
          <a:endParaRPr lang="en-US"/>
        </a:p>
      </dgm:t>
    </dgm:pt>
    <dgm:pt modelId="{34AE3107-5BD1-4468-B064-0922A7EFAECE}" type="sibTrans" cxnId="{00AA1763-6DA8-4ED4-9417-B8FCE9286E1F}">
      <dgm:prSet/>
      <dgm:spPr/>
      <dgm:t>
        <a:bodyPr/>
        <a:lstStyle/>
        <a:p>
          <a:endParaRPr lang="en-US"/>
        </a:p>
      </dgm:t>
    </dgm:pt>
    <dgm:pt modelId="{EF67D292-9755-4455-9719-4B899284C3C6}">
      <dgm:prSet/>
      <dgm:spPr/>
      <dgm:t>
        <a:bodyPr/>
        <a:lstStyle/>
        <a:p>
          <a:r>
            <a:rPr lang="en-US" dirty="0"/>
            <a:t>Average CPC  $0.11</a:t>
          </a:r>
        </a:p>
      </dgm:t>
    </dgm:pt>
    <dgm:pt modelId="{425075BF-87F1-47A9-B96E-0F4B445B154E}" type="parTrans" cxnId="{D7BF8373-56F7-4EEE-8ACB-7EAA43FB6F81}">
      <dgm:prSet/>
      <dgm:spPr/>
      <dgm:t>
        <a:bodyPr/>
        <a:lstStyle/>
        <a:p>
          <a:endParaRPr lang="en-US"/>
        </a:p>
      </dgm:t>
    </dgm:pt>
    <dgm:pt modelId="{ACDFB194-9534-43AD-AB67-84CF11B67F92}" type="sibTrans" cxnId="{D7BF8373-56F7-4EEE-8ACB-7EAA43FB6F81}">
      <dgm:prSet/>
      <dgm:spPr/>
      <dgm:t>
        <a:bodyPr/>
        <a:lstStyle/>
        <a:p>
          <a:endParaRPr lang="en-US"/>
        </a:p>
      </dgm:t>
    </dgm:pt>
    <dgm:pt modelId="{D5DC7DF9-1CF5-4D25-8286-6483DD2E89EC}">
      <dgm:prSet/>
      <dgm:spPr/>
      <dgm:t>
        <a:bodyPr/>
        <a:lstStyle/>
        <a:p>
          <a:r>
            <a:rPr lang="en-US" dirty="0"/>
            <a:t>Click-Through Rate (CTR)  11.80%</a:t>
          </a:r>
        </a:p>
      </dgm:t>
    </dgm:pt>
    <dgm:pt modelId="{44D52FAF-9E16-471A-9CC1-2121BB00BCB8}" type="parTrans" cxnId="{9AD76916-9E96-4793-B824-8B170D62CE53}">
      <dgm:prSet/>
      <dgm:spPr/>
      <dgm:t>
        <a:bodyPr/>
        <a:lstStyle/>
        <a:p>
          <a:endParaRPr lang="en-US"/>
        </a:p>
      </dgm:t>
    </dgm:pt>
    <dgm:pt modelId="{FFD6F42A-1309-46C5-B028-16D11C0A7CEE}" type="sibTrans" cxnId="{9AD76916-9E96-4793-B824-8B170D62CE53}">
      <dgm:prSet/>
      <dgm:spPr/>
      <dgm:t>
        <a:bodyPr/>
        <a:lstStyle/>
        <a:p>
          <a:endParaRPr lang="en-US"/>
        </a:p>
      </dgm:t>
    </dgm:pt>
    <dgm:pt modelId="{4057753A-5145-47B9-AAD8-DAE267951A7B}">
      <dgm:prSet/>
      <dgm:spPr/>
      <dgm:t>
        <a:bodyPr/>
        <a:lstStyle/>
        <a:p>
          <a:r>
            <a:rPr lang="en-US" dirty="0"/>
            <a:t>Conversion  172.00</a:t>
          </a:r>
        </a:p>
      </dgm:t>
    </dgm:pt>
    <dgm:pt modelId="{B20A50B6-197F-49EE-9E85-8CEEC0653519}" type="parTrans" cxnId="{20B0B1AD-4B19-4B81-B73D-10BB5B20BDF1}">
      <dgm:prSet/>
      <dgm:spPr/>
      <dgm:t>
        <a:bodyPr/>
        <a:lstStyle/>
        <a:p>
          <a:endParaRPr lang="en-US"/>
        </a:p>
      </dgm:t>
    </dgm:pt>
    <dgm:pt modelId="{441D3F7C-A5FA-4F82-8681-67C546E75995}" type="sibTrans" cxnId="{20B0B1AD-4B19-4B81-B73D-10BB5B20BDF1}">
      <dgm:prSet/>
      <dgm:spPr/>
      <dgm:t>
        <a:bodyPr/>
        <a:lstStyle/>
        <a:p>
          <a:endParaRPr lang="en-US"/>
        </a:p>
      </dgm:t>
    </dgm:pt>
    <dgm:pt modelId="{3A0FDE3F-D24D-4DCF-B17A-2B7FE7F3295B}">
      <dgm:prSet/>
      <dgm:spPr/>
      <dgm:t>
        <a:bodyPr/>
        <a:lstStyle/>
        <a:p>
          <a:r>
            <a:rPr lang="en-US" dirty="0"/>
            <a:t>Cost </a:t>
          </a:r>
          <a:br>
            <a:rPr lang="en-US" dirty="0"/>
          </a:br>
          <a:r>
            <a:rPr lang="en-US" dirty="0"/>
            <a:t> $336.44</a:t>
          </a:r>
        </a:p>
      </dgm:t>
    </dgm:pt>
    <dgm:pt modelId="{2484F6DB-9D03-4CB2-A5E7-5A8C8821DFE5}" type="parTrans" cxnId="{66BC9D9B-DE7F-4C65-AEA5-ABDEED138DA1}">
      <dgm:prSet/>
      <dgm:spPr/>
      <dgm:t>
        <a:bodyPr/>
        <a:lstStyle/>
        <a:p>
          <a:endParaRPr lang="en-US"/>
        </a:p>
      </dgm:t>
    </dgm:pt>
    <dgm:pt modelId="{7DB76AFD-9C2B-47F1-9BFE-C0E7170FEF16}" type="sibTrans" cxnId="{66BC9D9B-DE7F-4C65-AEA5-ABDEED138DA1}">
      <dgm:prSet/>
      <dgm:spPr/>
      <dgm:t>
        <a:bodyPr/>
        <a:lstStyle/>
        <a:p>
          <a:endParaRPr lang="en-US"/>
        </a:p>
      </dgm:t>
    </dgm:pt>
    <dgm:pt modelId="{B55530D2-13BC-6540-93DB-B4CE72971B20}" type="pres">
      <dgm:prSet presAssocID="{4C538C97-F96E-462A-9D26-7CA11D189FAC}" presName="cycle" presStyleCnt="0">
        <dgm:presLayoutVars>
          <dgm:dir/>
          <dgm:resizeHandles val="exact"/>
        </dgm:presLayoutVars>
      </dgm:prSet>
      <dgm:spPr/>
    </dgm:pt>
    <dgm:pt modelId="{C2670ECD-D4C0-5447-BA82-1C0A86CF3A47}" type="pres">
      <dgm:prSet presAssocID="{81F9228D-6968-4F45-8868-59F7B80E65FB}" presName="node" presStyleLbl="node1" presStyleIdx="0" presStyleCnt="6">
        <dgm:presLayoutVars>
          <dgm:bulletEnabled val="1"/>
        </dgm:presLayoutVars>
      </dgm:prSet>
      <dgm:spPr/>
    </dgm:pt>
    <dgm:pt modelId="{9D15562F-09AC-A04F-BC9C-F68CD86295EA}" type="pres">
      <dgm:prSet presAssocID="{3FE5171B-15C9-416D-85F5-2253A42E4EBE}" presName="sibTrans" presStyleLbl="sibTrans2D1" presStyleIdx="0" presStyleCnt="6"/>
      <dgm:spPr/>
    </dgm:pt>
    <dgm:pt modelId="{071A4A7B-110A-A145-B39E-BEBACA11A679}" type="pres">
      <dgm:prSet presAssocID="{3FE5171B-15C9-416D-85F5-2253A42E4EBE}" presName="connectorText" presStyleLbl="sibTrans2D1" presStyleIdx="0" presStyleCnt="6"/>
      <dgm:spPr/>
    </dgm:pt>
    <dgm:pt modelId="{E24104B6-9238-0E49-8420-E41C5D3F468C}" type="pres">
      <dgm:prSet presAssocID="{ABB1CC7F-4174-41B0-A9E9-3E4B90E4AE80}" presName="node" presStyleLbl="node1" presStyleIdx="1" presStyleCnt="6">
        <dgm:presLayoutVars>
          <dgm:bulletEnabled val="1"/>
        </dgm:presLayoutVars>
      </dgm:prSet>
      <dgm:spPr/>
    </dgm:pt>
    <dgm:pt modelId="{22D7B2AB-45AE-2149-8861-00B319C44379}" type="pres">
      <dgm:prSet presAssocID="{34AE3107-5BD1-4468-B064-0922A7EFAECE}" presName="sibTrans" presStyleLbl="sibTrans2D1" presStyleIdx="1" presStyleCnt="6"/>
      <dgm:spPr/>
    </dgm:pt>
    <dgm:pt modelId="{D44BCA74-8F17-F24C-8ABB-897AC9A77770}" type="pres">
      <dgm:prSet presAssocID="{34AE3107-5BD1-4468-B064-0922A7EFAECE}" presName="connectorText" presStyleLbl="sibTrans2D1" presStyleIdx="1" presStyleCnt="6"/>
      <dgm:spPr/>
    </dgm:pt>
    <dgm:pt modelId="{C59CA9E2-40FA-1B43-978E-F421A9A5F7F9}" type="pres">
      <dgm:prSet presAssocID="{EF67D292-9755-4455-9719-4B899284C3C6}" presName="node" presStyleLbl="node1" presStyleIdx="2" presStyleCnt="6">
        <dgm:presLayoutVars>
          <dgm:bulletEnabled val="1"/>
        </dgm:presLayoutVars>
      </dgm:prSet>
      <dgm:spPr/>
    </dgm:pt>
    <dgm:pt modelId="{E4CBF490-873E-5A41-A2E7-D070622AD9E8}" type="pres">
      <dgm:prSet presAssocID="{ACDFB194-9534-43AD-AB67-84CF11B67F92}" presName="sibTrans" presStyleLbl="sibTrans2D1" presStyleIdx="2" presStyleCnt="6"/>
      <dgm:spPr/>
    </dgm:pt>
    <dgm:pt modelId="{BC716044-0214-D846-A29D-37A0E24C5846}" type="pres">
      <dgm:prSet presAssocID="{ACDFB194-9534-43AD-AB67-84CF11B67F92}" presName="connectorText" presStyleLbl="sibTrans2D1" presStyleIdx="2" presStyleCnt="6"/>
      <dgm:spPr/>
    </dgm:pt>
    <dgm:pt modelId="{4823FF09-80C1-6C47-AD40-5A03FAFA1949}" type="pres">
      <dgm:prSet presAssocID="{D5DC7DF9-1CF5-4D25-8286-6483DD2E89EC}" presName="node" presStyleLbl="node1" presStyleIdx="3" presStyleCnt="6">
        <dgm:presLayoutVars>
          <dgm:bulletEnabled val="1"/>
        </dgm:presLayoutVars>
      </dgm:prSet>
      <dgm:spPr/>
    </dgm:pt>
    <dgm:pt modelId="{D041DBDB-9CCE-D745-950F-FBED93130FE1}" type="pres">
      <dgm:prSet presAssocID="{FFD6F42A-1309-46C5-B028-16D11C0A7CEE}" presName="sibTrans" presStyleLbl="sibTrans2D1" presStyleIdx="3" presStyleCnt="6"/>
      <dgm:spPr/>
    </dgm:pt>
    <dgm:pt modelId="{71DC4CE1-331C-8949-85B7-94E1A66BDD7A}" type="pres">
      <dgm:prSet presAssocID="{FFD6F42A-1309-46C5-B028-16D11C0A7CEE}" presName="connectorText" presStyleLbl="sibTrans2D1" presStyleIdx="3" presStyleCnt="6"/>
      <dgm:spPr/>
    </dgm:pt>
    <dgm:pt modelId="{FD4552DB-229A-C44C-8099-4FBFA28F5575}" type="pres">
      <dgm:prSet presAssocID="{4057753A-5145-47B9-AAD8-DAE267951A7B}" presName="node" presStyleLbl="node1" presStyleIdx="4" presStyleCnt="6">
        <dgm:presLayoutVars>
          <dgm:bulletEnabled val="1"/>
        </dgm:presLayoutVars>
      </dgm:prSet>
      <dgm:spPr/>
    </dgm:pt>
    <dgm:pt modelId="{97DB60B9-362C-7F41-8188-12C388DD6646}" type="pres">
      <dgm:prSet presAssocID="{441D3F7C-A5FA-4F82-8681-67C546E75995}" presName="sibTrans" presStyleLbl="sibTrans2D1" presStyleIdx="4" presStyleCnt="6"/>
      <dgm:spPr/>
    </dgm:pt>
    <dgm:pt modelId="{01854312-FA5C-D644-A2FF-B3F6B7E181DB}" type="pres">
      <dgm:prSet presAssocID="{441D3F7C-A5FA-4F82-8681-67C546E75995}" presName="connectorText" presStyleLbl="sibTrans2D1" presStyleIdx="4" presStyleCnt="6"/>
      <dgm:spPr/>
    </dgm:pt>
    <dgm:pt modelId="{F63B4CB5-C956-2E47-ABE5-EA7C9F627A7C}" type="pres">
      <dgm:prSet presAssocID="{3A0FDE3F-D24D-4DCF-B17A-2B7FE7F3295B}" presName="node" presStyleLbl="node1" presStyleIdx="5" presStyleCnt="6">
        <dgm:presLayoutVars>
          <dgm:bulletEnabled val="1"/>
        </dgm:presLayoutVars>
      </dgm:prSet>
      <dgm:spPr/>
    </dgm:pt>
    <dgm:pt modelId="{618FFD90-5B6A-D940-BB2C-C10A75C1DDDC}" type="pres">
      <dgm:prSet presAssocID="{7DB76AFD-9C2B-47F1-9BFE-C0E7170FEF16}" presName="sibTrans" presStyleLbl="sibTrans2D1" presStyleIdx="5" presStyleCnt="6"/>
      <dgm:spPr/>
    </dgm:pt>
    <dgm:pt modelId="{844B5A02-6657-C146-B5DF-412804C25175}" type="pres">
      <dgm:prSet presAssocID="{7DB76AFD-9C2B-47F1-9BFE-C0E7170FEF16}" presName="connectorText" presStyleLbl="sibTrans2D1" presStyleIdx="5" presStyleCnt="6"/>
      <dgm:spPr/>
    </dgm:pt>
  </dgm:ptLst>
  <dgm:cxnLst>
    <dgm:cxn modelId="{7A0BD000-6A0B-4A44-A6C1-3E289840626E}" type="presOf" srcId="{441D3F7C-A5FA-4F82-8681-67C546E75995}" destId="{97DB60B9-362C-7F41-8188-12C388DD6646}" srcOrd="0" destOrd="0" presId="urn:microsoft.com/office/officeart/2005/8/layout/cycle2"/>
    <dgm:cxn modelId="{046D8406-2867-EE47-B881-31694CA4F8DB}" type="presOf" srcId="{ACDFB194-9534-43AD-AB67-84CF11B67F92}" destId="{E4CBF490-873E-5A41-A2E7-D070622AD9E8}" srcOrd="0" destOrd="0" presId="urn:microsoft.com/office/officeart/2005/8/layout/cycle2"/>
    <dgm:cxn modelId="{8D153515-AB54-4143-8DE3-34194C770377}" type="presOf" srcId="{441D3F7C-A5FA-4F82-8681-67C546E75995}" destId="{01854312-FA5C-D644-A2FF-B3F6B7E181DB}" srcOrd="1" destOrd="0" presId="urn:microsoft.com/office/officeart/2005/8/layout/cycle2"/>
    <dgm:cxn modelId="{9AD76916-9E96-4793-B824-8B170D62CE53}" srcId="{4C538C97-F96E-462A-9D26-7CA11D189FAC}" destId="{D5DC7DF9-1CF5-4D25-8286-6483DD2E89EC}" srcOrd="3" destOrd="0" parTransId="{44D52FAF-9E16-471A-9CC1-2121BB00BCB8}" sibTransId="{FFD6F42A-1309-46C5-B028-16D11C0A7CEE}"/>
    <dgm:cxn modelId="{9D84F919-83E0-814E-9298-8B989CC41495}" type="presOf" srcId="{D5DC7DF9-1CF5-4D25-8286-6483DD2E89EC}" destId="{4823FF09-80C1-6C47-AD40-5A03FAFA1949}" srcOrd="0" destOrd="0" presId="urn:microsoft.com/office/officeart/2005/8/layout/cycle2"/>
    <dgm:cxn modelId="{710CEC35-D379-E146-97F4-952778E0773A}" type="presOf" srcId="{FFD6F42A-1309-46C5-B028-16D11C0A7CEE}" destId="{71DC4CE1-331C-8949-85B7-94E1A66BDD7A}" srcOrd="1" destOrd="0" presId="urn:microsoft.com/office/officeart/2005/8/layout/cycle2"/>
    <dgm:cxn modelId="{289ED043-D862-F545-8AD8-2EA518692CEF}" type="presOf" srcId="{EF67D292-9755-4455-9719-4B899284C3C6}" destId="{C59CA9E2-40FA-1B43-978E-F421A9A5F7F9}" srcOrd="0" destOrd="0" presId="urn:microsoft.com/office/officeart/2005/8/layout/cycle2"/>
    <dgm:cxn modelId="{67340963-4C7B-EF4A-A83A-3BE5FEEDE2C7}" type="presOf" srcId="{34AE3107-5BD1-4468-B064-0922A7EFAECE}" destId="{22D7B2AB-45AE-2149-8861-00B319C44379}" srcOrd="0" destOrd="0" presId="urn:microsoft.com/office/officeart/2005/8/layout/cycle2"/>
    <dgm:cxn modelId="{00AA1763-6DA8-4ED4-9417-B8FCE9286E1F}" srcId="{4C538C97-F96E-462A-9D26-7CA11D189FAC}" destId="{ABB1CC7F-4174-41B0-A9E9-3E4B90E4AE80}" srcOrd="1" destOrd="0" parTransId="{8A1DA103-1BE7-4610-A84D-ED8B4CDDD090}" sibTransId="{34AE3107-5BD1-4468-B064-0922A7EFAECE}"/>
    <dgm:cxn modelId="{D7BF8373-56F7-4EEE-8ACB-7EAA43FB6F81}" srcId="{4C538C97-F96E-462A-9D26-7CA11D189FAC}" destId="{EF67D292-9755-4455-9719-4B899284C3C6}" srcOrd="2" destOrd="0" parTransId="{425075BF-87F1-47A9-B96E-0F4B445B154E}" sibTransId="{ACDFB194-9534-43AD-AB67-84CF11B67F92}"/>
    <dgm:cxn modelId="{A3766574-56DF-D741-A151-04CB641EF441}" type="presOf" srcId="{4C538C97-F96E-462A-9D26-7CA11D189FAC}" destId="{B55530D2-13BC-6540-93DB-B4CE72971B20}" srcOrd="0" destOrd="0" presId="urn:microsoft.com/office/officeart/2005/8/layout/cycle2"/>
    <dgm:cxn modelId="{DD4AD898-BEE3-AE49-B2D2-03B0F0390677}" type="presOf" srcId="{FFD6F42A-1309-46C5-B028-16D11C0A7CEE}" destId="{D041DBDB-9CCE-D745-950F-FBED93130FE1}" srcOrd="0" destOrd="0" presId="urn:microsoft.com/office/officeart/2005/8/layout/cycle2"/>
    <dgm:cxn modelId="{66BC9D9B-DE7F-4C65-AEA5-ABDEED138DA1}" srcId="{4C538C97-F96E-462A-9D26-7CA11D189FAC}" destId="{3A0FDE3F-D24D-4DCF-B17A-2B7FE7F3295B}" srcOrd="5" destOrd="0" parTransId="{2484F6DB-9D03-4CB2-A5E7-5A8C8821DFE5}" sibTransId="{7DB76AFD-9C2B-47F1-9BFE-C0E7170FEF16}"/>
    <dgm:cxn modelId="{C2878D9D-26C2-8843-A785-9F5293818E77}" type="presOf" srcId="{7DB76AFD-9C2B-47F1-9BFE-C0E7170FEF16}" destId="{844B5A02-6657-C146-B5DF-412804C25175}" srcOrd="1" destOrd="0" presId="urn:microsoft.com/office/officeart/2005/8/layout/cycle2"/>
    <dgm:cxn modelId="{6557EAA1-8561-4C41-B1BD-EE09A495274A}" type="presOf" srcId="{3FE5171B-15C9-416D-85F5-2253A42E4EBE}" destId="{071A4A7B-110A-A145-B39E-BEBACA11A679}" srcOrd="1" destOrd="0" presId="urn:microsoft.com/office/officeart/2005/8/layout/cycle2"/>
    <dgm:cxn modelId="{C4A3FFA5-6324-B743-A7A9-CF20620E00AD}" type="presOf" srcId="{7DB76AFD-9C2B-47F1-9BFE-C0E7170FEF16}" destId="{618FFD90-5B6A-D940-BB2C-C10A75C1DDDC}" srcOrd="0" destOrd="0" presId="urn:microsoft.com/office/officeart/2005/8/layout/cycle2"/>
    <dgm:cxn modelId="{50AA8CAA-5FC7-2B40-9BC4-112276B8E67F}" type="presOf" srcId="{ABB1CC7F-4174-41B0-A9E9-3E4B90E4AE80}" destId="{E24104B6-9238-0E49-8420-E41C5D3F468C}" srcOrd="0" destOrd="0" presId="urn:microsoft.com/office/officeart/2005/8/layout/cycle2"/>
    <dgm:cxn modelId="{20B0B1AD-4B19-4B81-B73D-10BB5B20BDF1}" srcId="{4C538C97-F96E-462A-9D26-7CA11D189FAC}" destId="{4057753A-5145-47B9-AAD8-DAE267951A7B}" srcOrd="4" destOrd="0" parTransId="{B20A50B6-197F-49EE-9E85-8CEEC0653519}" sibTransId="{441D3F7C-A5FA-4F82-8681-67C546E75995}"/>
    <dgm:cxn modelId="{4AA55BAF-CBDD-724D-A3CA-6C27FE1C96B2}" type="presOf" srcId="{81F9228D-6968-4F45-8868-59F7B80E65FB}" destId="{C2670ECD-D4C0-5447-BA82-1C0A86CF3A47}" srcOrd="0" destOrd="0" presId="urn:microsoft.com/office/officeart/2005/8/layout/cycle2"/>
    <dgm:cxn modelId="{A57E1FB1-592F-9247-9B21-597357480D76}" type="presOf" srcId="{4057753A-5145-47B9-AAD8-DAE267951A7B}" destId="{FD4552DB-229A-C44C-8099-4FBFA28F5575}" srcOrd="0" destOrd="0" presId="urn:microsoft.com/office/officeart/2005/8/layout/cycle2"/>
    <dgm:cxn modelId="{802CBFC7-177F-5C4A-AFBD-CDADCDA86959}" type="presOf" srcId="{3FE5171B-15C9-416D-85F5-2253A42E4EBE}" destId="{9D15562F-09AC-A04F-BC9C-F68CD86295EA}" srcOrd="0" destOrd="0" presId="urn:microsoft.com/office/officeart/2005/8/layout/cycle2"/>
    <dgm:cxn modelId="{D49F92CA-E8BB-42A6-A373-B06FCB9EE58A}" srcId="{4C538C97-F96E-462A-9D26-7CA11D189FAC}" destId="{81F9228D-6968-4F45-8868-59F7B80E65FB}" srcOrd="0" destOrd="0" parTransId="{C79D91FD-F2DB-42AC-B840-5884219E761C}" sibTransId="{3FE5171B-15C9-416D-85F5-2253A42E4EBE}"/>
    <dgm:cxn modelId="{541E58D9-C305-494F-90BF-36E3A1C5D21D}" type="presOf" srcId="{3A0FDE3F-D24D-4DCF-B17A-2B7FE7F3295B}" destId="{F63B4CB5-C956-2E47-ABE5-EA7C9F627A7C}" srcOrd="0" destOrd="0" presId="urn:microsoft.com/office/officeart/2005/8/layout/cycle2"/>
    <dgm:cxn modelId="{3A0B89F3-5780-0D49-9E47-3F2A7B3BF5A2}" type="presOf" srcId="{34AE3107-5BD1-4468-B064-0922A7EFAECE}" destId="{D44BCA74-8F17-F24C-8ABB-897AC9A77770}" srcOrd="1" destOrd="0" presId="urn:microsoft.com/office/officeart/2005/8/layout/cycle2"/>
    <dgm:cxn modelId="{DF827AFD-292A-3946-8520-61A998155164}" type="presOf" srcId="{ACDFB194-9534-43AD-AB67-84CF11B67F92}" destId="{BC716044-0214-D846-A29D-37A0E24C5846}" srcOrd="1" destOrd="0" presId="urn:microsoft.com/office/officeart/2005/8/layout/cycle2"/>
    <dgm:cxn modelId="{6B12D8AA-F55A-494F-8CBE-5BA7FADD1B94}" type="presParOf" srcId="{B55530D2-13BC-6540-93DB-B4CE72971B20}" destId="{C2670ECD-D4C0-5447-BA82-1C0A86CF3A47}" srcOrd="0" destOrd="0" presId="urn:microsoft.com/office/officeart/2005/8/layout/cycle2"/>
    <dgm:cxn modelId="{FB7BC057-EF3F-CD4B-84C4-4EDCAD638700}" type="presParOf" srcId="{B55530D2-13BC-6540-93DB-B4CE72971B20}" destId="{9D15562F-09AC-A04F-BC9C-F68CD86295EA}" srcOrd="1" destOrd="0" presId="urn:microsoft.com/office/officeart/2005/8/layout/cycle2"/>
    <dgm:cxn modelId="{F68E04B1-E4AD-D145-AD2F-078BCB3BC9A5}" type="presParOf" srcId="{9D15562F-09AC-A04F-BC9C-F68CD86295EA}" destId="{071A4A7B-110A-A145-B39E-BEBACA11A679}" srcOrd="0" destOrd="0" presId="urn:microsoft.com/office/officeart/2005/8/layout/cycle2"/>
    <dgm:cxn modelId="{51740D3A-77F5-D746-B639-2184F07AB7DD}" type="presParOf" srcId="{B55530D2-13BC-6540-93DB-B4CE72971B20}" destId="{E24104B6-9238-0E49-8420-E41C5D3F468C}" srcOrd="2" destOrd="0" presId="urn:microsoft.com/office/officeart/2005/8/layout/cycle2"/>
    <dgm:cxn modelId="{FFD332C1-00BF-B041-AA93-17A0EF7A5EC5}" type="presParOf" srcId="{B55530D2-13BC-6540-93DB-B4CE72971B20}" destId="{22D7B2AB-45AE-2149-8861-00B319C44379}" srcOrd="3" destOrd="0" presId="urn:microsoft.com/office/officeart/2005/8/layout/cycle2"/>
    <dgm:cxn modelId="{D24C6CB1-6987-BF45-9D7E-93E72B6FEFAA}" type="presParOf" srcId="{22D7B2AB-45AE-2149-8861-00B319C44379}" destId="{D44BCA74-8F17-F24C-8ABB-897AC9A77770}" srcOrd="0" destOrd="0" presId="urn:microsoft.com/office/officeart/2005/8/layout/cycle2"/>
    <dgm:cxn modelId="{FD074610-DD71-354A-BB7E-524D9604D7EE}" type="presParOf" srcId="{B55530D2-13BC-6540-93DB-B4CE72971B20}" destId="{C59CA9E2-40FA-1B43-978E-F421A9A5F7F9}" srcOrd="4" destOrd="0" presId="urn:microsoft.com/office/officeart/2005/8/layout/cycle2"/>
    <dgm:cxn modelId="{DCA1627E-A6AF-1543-B66B-8E3660032494}" type="presParOf" srcId="{B55530D2-13BC-6540-93DB-B4CE72971B20}" destId="{E4CBF490-873E-5A41-A2E7-D070622AD9E8}" srcOrd="5" destOrd="0" presId="urn:microsoft.com/office/officeart/2005/8/layout/cycle2"/>
    <dgm:cxn modelId="{3C11942E-9064-4E4D-8039-E1EA59FB5673}" type="presParOf" srcId="{E4CBF490-873E-5A41-A2E7-D070622AD9E8}" destId="{BC716044-0214-D846-A29D-37A0E24C5846}" srcOrd="0" destOrd="0" presId="urn:microsoft.com/office/officeart/2005/8/layout/cycle2"/>
    <dgm:cxn modelId="{BA19F75E-D428-4049-9693-CD4003140FAA}" type="presParOf" srcId="{B55530D2-13BC-6540-93DB-B4CE72971B20}" destId="{4823FF09-80C1-6C47-AD40-5A03FAFA1949}" srcOrd="6" destOrd="0" presId="urn:microsoft.com/office/officeart/2005/8/layout/cycle2"/>
    <dgm:cxn modelId="{254F8C73-7CFB-044D-97C0-000F81EE48EF}" type="presParOf" srcId="{B55530D2-13BC-6540-93DB-B4CE72971B20}" destId="{D041DBDB-9CCE-D745-950F-FBED93130FE1}" srcOrd="7" destOrd="0" presId="urn:microsoft.com/office/officeart/2005/8/layout/cycle2"/>
    <dgm:cxn modelId="{80868381-8194-E747-ACEE-7C334BD2DD27}" type="presParOf" srcId="{D041DBDB-9CCE-D745-950F-FBED93130FE1}" destId="{71DC4CE1-331C-8949-85B7-94E1A66BDD7A}" srcOrd="0" destOrd="0" presId="urn:microsoft.com/office/officeart/2005/8/layout/cycle2"/>
    <dgm:cxn modelId="{9ECB3273-642E-B74D-87A7-F077597456B2}" type="presParOf" srcId="{B55530D2-13BC-6540-93DB-B4CE72971B20}" destId="{FD4552DB-229A-C44C-8099-4FBFA28F5575}" srcOrd="8" destOrd="0" presId="urn:microsoft.com/office/officeart/2005/8/layout/cycle2"/>
    <dgm:cxn modelId="{BB1C2EF3-1C5E-BF46-8B33-6AE8B587B24A}" type="presParOf" srcId="{B55530D2-13BC-6540-93DB-B4CE72971B20}" destId="{97DB60B9-362C-7F41-8188-12C388DD6646}" srcOrd="9" destOrd="0" presId="urn:microsoft.com/office/officeart/2005/8/layout/cycle2"/>
    <dgm:cxn modelId="{78770374-8F8C-044B-B424-8D681AC6544B}" type="presParOf" srcId="{97DB60B9-362C-7F41-8188-12C388DD6646}" destId="{01854312-FA5C-D644-A2FF-B3F6B7E181DB}" srcOrd="0" destOrd="0" presId="urn:microsoft.com/office/officeart/2005/8/layout/cycle2"/>
    <dgm:cxn modelId="{830DEF4C-AF6E-1E41-91B7-5D5537BC14DE}" type="presParOf" srcId="{B55530D2-13BC-6540-93DB-B4CE72971B20}" destId="{F63B4CB5-C956-2E47-ABE5-EA7C9F627A7C}" srcOrd="10" destOrd="0" presId="urn:microsoft.com/office/officeart/2005/8/layout/cycle2"/>
    <dgm:cxn modelId="{0A0ED084-B728-2C44-8913-10B97B7F8797}" type="presParOf" srcId="{B55530D2-13BC-6540-93DB-B4CE72971B20}" destId="{618FFD90-5B6A-D940-BB2C-C10A75C1DDDC}" srcOrd="11" destOrd="0" presId="urn:microsoft.com/office/officeart/2005/8/layout/cycle2"/>
    <dgm:cxn modelId="{03FE93B3-C250-6A4B-A5EE-5A3C78AE43E3}" type="presParOf" srcId="{618FFD90-5B6A-D940-BB2C-C10A75C1DDDC}" destId="{844B5A02-6657-C146-B5DF-412804C2517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B7BBF4-26AC-4332-9547-C19E138ABECD}"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80424383-AFD0-4295-8A30-6E687D3CA35E}">
      <dgm:prSet/>
      <dgm:spPr/>
      <dgm:t>
        <a:bodyPr/>
        <a:lstStyle/>
        <a:p>
          <a:r>
            <a:rPr lang="en-US" b="1" dirty="0"/>
            <a:t>The Campaign started on Oct 22,2024 and ended on Nov 25, 2024.</a:t>
          </a:r>
          <a:endParaRPr lang="en-US" dirty="0"/>
        </a:p>
      </dgm:t>
    </dgm:pt>
    <dgm:pt modelId="{492440EA-1707-4411-AE2D-65FA05119EA2}" type="parTrans" cxnId="{F72C174A-0657-46B7-BD23-38CEED5B3BE6}">
      <dgm:prSet/>
      <dgm:spPr/>
      <dgm:t>
        <a:bodyPr/>
        <a:lstStyle/>
        <a:p>
          <a:endParaRPr lang="en-US"/>
        </a:p>
      </dgm:t>
    </dgm:pt>
    <dgm:pt modelId="{92242B39-D2DD-4CCF-AFC9-C318C1C88727}" type="sibTrans" cxnId="{F72C174A-0657-46B7-BD23-38CEED5B3BE6}">
      <dgm:prSet/>
      <dgm:spPr/>
      <dgm:t>
        <a:bodyPr/>
        <a:lstStyle/>
        <a:p>
          <a:endParaRPr lang="en-US"/>
        </a:p>
      </dgm:t>
    </dgm:pt>
    <dgm:pt modelId="{FB18A90C-7505-4D6F-8B73-71C59A3AD778}">
      <dgm:prSet/>
      <dgm:spPr/>
      <dgm:t>
        <a:bodyPr/>
        <a:lstStyle/>
        <a:p>
          <a:r>
            <a:rPr lang="en-US" b="1" dirty="0"/>
            <a:t>The campaign is aimed to showcase a strong return on investment while simultaneously highlighting cost. </a:t>
          </a:r>
          <a:endParaRPr lang="en-US" dirty="0"/>
        </a:p>
      </dgm:t>
    </dgm:pt>
    <dgm:pt modelId="{CF24A2EB-5EE2-488F-B1E0-6405D89F4ED3}" type="parTrans" cxnId="{127B3593-A315-4EB4-B101-85B10F6A8FB6}">
      <dgm:prSet/>
      <dgm:spPr/>
      <dgm:t>
        <a:bodyPr/>
        <a:lstStyle/>
        <a:p>
          <a:endParaRPr lang="en-US"/>
        </a:p>
      </dgm:t>
    </dgm:pt>
    <dgm:pt modelId="{32FA04AC-064C-4731-8B08-7965552B45C5}" type="sibTrans" cxnId="{127B3593-A315-4EB4-B101-85B10F6A8FB6}">
      <dgm:prSet/>
      <dgm:spPr/>
      <dgm:t>
        <a:bodyPr/>
        <a:lstStyle/>
        <a:p>
          <a:endParaRPr lang="en-US"/>
        </a:p>
      </dgm:t>
    </dgm:pt>
    <dgm:pt modelId="{180E093D-E96C-4AD3-B157-16A691F714DE}">
      <dgm:prSet/>
      <dgm:spPr/>
      <dgm:t>
        <a:bodyPr/>
        <a:lstStyle/>
        <a:p>
          <a:r>
            <a:rPr lang="en-US" b="1" dirty="0"/>
            <a:t>Our Display Campaign outperformed the search effort in terms of  clicks, and impressions.</a:t>
          </a:r>
          <a:endParaRPr lang="en-US" dirty="0"/>
        </a:p>
      </dgm:t>
    </dgm:pt>
    <dgm:pt modelId="{25863F2F-FD99-4194-B8BA-BF2D9B1CA5EA}" type="parTrans" cxnId="{1421A224-0743-4099-ADD3-4E4335EC7C14}">
      <dgm:prSet/>
      <dgm:spPr/>
      <dgm:t>
        <a:bodyPr/>
        <a:lstStyle/>
        <a:p>
          <a:endParaRPr lang="en-US"/>
        </a:p>
      </dgm:t>
    </dgm:pt>
    <dgm:pt modelId="{CE01B95B-2BED-4169-909E-AB0A40F643EC}" type="sibTrans" cxnId="{1421A224-0743-4099-ADD3-4E4335EC7C14}">
      <dgm:prSet/>
      <dgm:spPr/>
      <dgm:t>
        <a:bodyPr/>
        <a:lstStyle/>
        <a:p>
          <a:endParaRPr lang="en-US"/>
        </a:p>
      </dgm:t>
    </dgm:pt>
    <dgm:pt modelId="{CB7491A7-50C0-A842-AE28-68342567639F}" type="pres">
      <dgm:prSet presAssocID="{68B7BBF4-26AC-4332-9547-C19E138ABECD}" presName="outerComposite" presStyleCnt="0">
        <dgm:presLayoutVars>
          <dgm:chMax val="5"/>
          <dgm:dir/>
          <dgm:resizeHandles val="exact"/>
        </dgm:presLayoutVars>
      </dgm:prSet>
      <dgm:spPr/>
    </dgm:pt>
    <dgm:pt modelId="{6A0E3AD0-8C0F-C84A-AE40-1F5D3D7FAADF}" type="pres">
      <dgm:prSet presAssocID="{68B7BBF4-26AC-4332-9547-C19E138ABECD}" presName="dummyMaxCanvas" presStyleCnt="0">
        <dgm:presLayoutVars/>
      </dgm:prSet>
      <dgm:spPr/>
    </dgm:pt>
    <dgm:pt modelId="{61AF9D9D-BA84-0243-BCAC-270F067DAFA0}" type="pres">
      <dgm:prSet presAssocID="{68B7BBF4-26AC-4332-9547-C19E138ABECD}" presName="ThreeNodes_1" presStyleLbl="node1" presStyleIdx="0" presStyleCnt="3">
        <dgm:presLayoutVars>
          <dgm:bulletEnabled val="1"/>
        </dgm:presLayoutVars>
      </dgm:prSet>
      <dgm:spPr/>
    </dgm:pt>
    <dgm:pt modelId="{675CE92F-7AC1-3149-B172-1290185F7ABD}" type="pres">
      <dgm:prSet presAssocID="{68B7BBF4-26AC-4332-9547-C19E138ABECD}" presName="ThreeNodes_2" presStyleLbl="node1" presStyleIdx="1" presStyleCnt="3">
        <dgm:presLayoutVars>
          <dgm:bulletEnabled val="1"/>
        </dgm:presLayoutVars>
      </dgm:prSet>
      <dgm:spPr/>
    </dgm:pt>
    <dgm:pt modelId="{93C59DD7-11D9-FA48-9009-B5E0D3FEF5ED}" type="pres">
      <dgm:prSet presAssocID="{68B7BBF4-26AC-4332-9547-C19E138ABECD}" presName="ThreeNodes_3" presStyleLbl="node1" presStyleIdx="2" presStyleCnt="3">
        <dgm:presLayoutVars>
          <dgm:bulletEnabled val="1"/>
        </dgm:presLayoutVars>
      </dgm:prSet>
      <dgm:spPr/>
    </dgm:pt>
    <dgm:pt modelId="{DA4FF995-1246-1848-8D43-40957323D2CB}" type="pres">
      <dgm:prSet presAssocID="{68B7BBF4-26AC-4332-9547-C19E138ABECD}" presName="ThreeConn_1-2" presStyleLbl="fgAccFollowNode1" presStyleIdx="0" presStyleCnt="2">
        <dgm:presLayoutVars>
          <dgm:bulletEnabled val="1"/>
        </dgm:presLayoutVars>
      </dgm:prSet>
      <dgm:spPr/>
    </dgm:pt>
    <dgm:pt modelId="{7DDAA799-B44D-0748-988F-ADDC52C21C61}" type="pres">
      <dgm:prSet presAssocID="{68B7BBF4-26AC-4332-9547-C19E138ABECD}" presName="ThreeConn_2-3" presStyleLbl="fgAccFollowNode1" presStyleIdx="1" presStyleCnt="2">
        <dgm:presLayoutVars>
          <dgm:bulletEnabled val="1"/>
        </dgm:presLayoutVars>
      </dgm:prSet>
      <dgm:spPr/>
    </dgm:pt>
    <dgm:pt modelId="{D85923C5-9041-7D4B-A1B2-69280411D50C}" type="pres">
      <dgm:prSet presAssocID="{68B7BBF4-26AC-4332-9547-C19E138ABECD}" presName="ThreeNodes_1_text" presStyleLbl="node1" presStyleIdx="2" presStyleCnt="3">
        <dgm:presLayoutVars>
          <dgm:bulletEnabled val="1"/>
        </dgm:presLayoutVars>
      </dgm:prSet>
      <dgm:spPr/>
    </dgm:pt>
    <dgm:pt modelId="{F5A6265A-7F13-D345-BF0A-82E99FE38B1C}" type="pres">
      <dgm:prSet presAssocID="{68B7BBF4-26AC-4332-9547-C19E138ABECD}" presName="ThreeNodes_2_text" presStyleLbl="node1" presStyleIdx="2" presStyleCnt="3">
        <dgm:presLayoutVars>
          <dgm:bulletEnabled val="1"/>
        </dgm:presLayoutVars>
      </dgm:prSet>
      <dgm:spPr/>
    </dgm:pt>
    <dgm:pt modelId="{61EE0755-A1BC-8849-BA7C-FB6D1B5FD835}" type="pres">
      <dgm:prSet presAssocID="{68B7BBF4-26AC-4332-9547-C19E138ABECD}" presName="ThreeNodes_3_text" presStyleLbl="node1" presStyleIdx="2" presStyleCnt="3">
        <dgm:presLayoutVars>
          <dgm:bulletEnabled val="1"/>
        </dgm:presLayoutVars>
      </dgm:prSet>
      <dgm:spPr/>
    </dgm:pt>
  </dgm:ptLst>
  <dgm:cxnLst>
    <dgm:cxn modelId="{1421A224-0743-4099-ADD3-4E4335EC7C14}" srcId="{68B7BBF4-26AC-4332-9547-C19E138ABECD}" destId="{180E093D-E96C-4AD3-B157-16A691F714DE}" srcOrd="2" destOrd="0" parTransId="{25863F2F-FD99-4194-B8BA-BF2D9B1CA5EA}" sibTransId="{CE01B95B-2BED-4169-909E-AB0A40F643EC}"/>
    <dgm:cxn modelId="{F72C174A-0657-46B7-BD23-38CEED5B3BE6}" srcId="{68B7BBF4-26AC-4332-9547-C19E138ABECD}" destId="{80424383-AFD0-4295-8A30-6E687D3CA35E}" srcOrd="0" destOrd="0" parTransId="{492440EA-1707-4411-AE2D-65FA05119EA2}" sibTransId="{92242B39-D2DD-4CCF-AFC9-C318C1C88727}"/>
    <dgm:cxn modelId="{24212355-0BD3-7E4B-880B-F0C0E047A837}" type="presOf" srcId="{FB18A90C-7505-4D6F-8B73-71C59A3AD778}" destId="{F5A6265A-7F13-D345-BF0A-82E99FE38B1C}" srcOrd="1" destOrd="0" presId="urn:microsoft.com/office/officeart/2005/8/layout/vProcess5"/>
    <dgm:cxn modelId="{CC93B17B-806F-DF4C-A99A-D7A514A8EDB8}" type="presOf" srcId="{FB18A90C-7505-4D6F-8B73-71C59A3AD778}" destId="{675CE92F-7AC1-3149-B172-1290185F7ABD}" srcOrd="0" destOrd="0" presId="urn:microsoft.com/office/officeart/2005/8/layout/vProcess5"/>
    <dgm:cxn modelId="{921A0B82-2B4E-C04E-8C98-5EA49FB6AB12}" type="presOf" srcId="{92242B39-D2DD-4CCF-AFC9-C318C1C88727}" destId="{DA4FF995-1246-1848-8D43-40957323D2CB}" srcOrd="0" destOrd="0" presId="urn:microsoft.com/office/officeart/2005/8/layout/vProcess5"/>
    <dgm:cxn modelId="{127B3593-A315-4EB4-B101-85B10F6A8FB6}" srcId="{68B7BBF4-26AC-4332-9547-C19E138ABECD}" destId="{FB18A90C-7505-4D6F-8B73-71C59A3AD778}" srcOrd="1" destOrd="0" parTransId="{CF24A2EB-5EE2-488F-B1E0-6405D89F4ED3}" sibTransId="{32FA04AC-064C-4731-8B08-7965552B45C5}"/>
    <dgm:cxn modelId="{337F77D6-5DE0-6C4A-A5AC-1A90E7D95659}" type="presOf" srcId="{180E093D-E96C-4AD3-B157-16A691F714DE}" destId="{61EE0755-A1BC-8849-BA7C-FB6D1B5FD835}" srcOrd="1" destOrd="0" presId="urn:microsoft.com/office/officeart/2005/8/layout/vProcess5"/>
    <dgm:cxn modelId="{14CDF2D7-65DF-4849-A49A-743884573384}" type="presOf" srcId="{80424383-AFD0-4295-8A30-6E687D3CA35E}" destId="{D85923C5-9041-7D4B-A1B2-69280411D50C}" srcOrd="1" destOrd="0" presId="urn:microsoft.com/office/officeart/2005/8/layout/vProcess5"/>
    <dgm:cxn modelId="{E81622D8-F940-F744-9595-5024FF7D410F}" type="presOf" srcId="{68B7BBF4-26AC-4332-9547-C19E138ABECD}" destId="{CB7491A7-50C0-A842-AE28-68342567639F}" srcOrd="0" destOrd="0" presId="urn:microsoft.com/office/officeart/2005/8/layout/vProcess5"/>
    <dgm:cxn modelId="{723A36EF-842D-394E-9891-C6D7D088EA35}" type="presOf" srcId="{32FA04AC-064C-4731-8B08-7965552B45C5}" destId="{7DDAA799-B44D-0748-988F-ADDC52C21C61}" srcOrd="0" destOrd="0" presId="urn:microsoft.com/office/officeart/2005/8/layout/vProcess5"/>
    <dgm:cxn modelId="{C3B03FF8-824D-C341-A8E7-830B78F1FF3F}" type="presOf" srcId="{80424383-AFD0-4295-8A30-6E687D3CA35E}" destId="{61AF9D9D-BA84-0243-BCAC-270F067DAFA0}" srcOrd="0" destOrd="0" presId="urn:microsoft.com/office/officeart/2005/8/layout/vProcess5"/>
    <dgm:cxn modelId="{1636BFF9-D6B1-244B-9EF4-CDB456DA0340}" type="presOf" srcId="{180E093D-E96C-4AD3-B157-16A691F714DE}" destId="{93C59DD7-11D9-FA48-9009-B5E0D3FEF5ED}" srcOrd="0" destOrd="0" presId="urn:microsoft.com/office/officeart/2005/8/layout/vProcess5"/>
    <dgm:cxn modelId="{9F270530-D6CE-5444-9AD7-3CCC0ED6FD24}" type="presParOf" srcId="{CB7491A7-50C0-A842-AE28-68342567639F}" destId="{6A0E3AD0-8C0F-C84A-AE40-1F5D3D7FAADF}" srcOrd="0" destOrd="0" presId="urn:microsoft.com/office/officeart/2005/8/layout/vProcess5"/>
    <dgm:cxn modelId="{9C4FED9C-6F07-1C48-9399-7DF651440FA8}" type="presParOf" srcId="{CB7491A7-50C0-A842-AE28-68342567639F}" destId="{61AF9D9D-BA84-0243-BCAC-270F067DAFA0}" srcOrd="1" destOrd="0" presId="urn:microsoft.com/office/officeart/2005/8/layout/vProcess5"/>
    <dgm:cxn modelId="{C319E488-BEAC-F94A-8646-98051E1B8C64}" type="presParOf" srcId="{CB7491A7-50C0-A842-AE28-68342567639F}" destId="{675CE92F-7AC1-3149-B172-1290185F7ABD}" srcOrd="2" destOrd="0" presId="urn:microsoft.com/office/officeart/2005/8/layout/vProcess5"/>
    <dgm:cxn modelId="{74C16147-6143-C447-8193-7BC5F9331B1C}" type="presParOf" srcId="{CB7491A7-50C0-A842-AE28-68342567639F}" destId="{93C59DD7-11D9-FA48-9009-B5E0D3FEF5ED}" srcOrd="3" destOrd="0" presId="urn:microsoft.com/office/officeart/2005/8/layout/vProcess5"/>
    <dgm:cxn modelId="{065012AC-3A2A-C845-A301-C0EADA0F6BF4}" type="presParOf" srcId="{CB7491A7-50C0-A842-AE28-68342567639F}" destId="{DA4FF995-1246-1848-8D43-40957323D2CB}" srcOrd="4" destOrd="0" presId="urn:microsoft.com/office/officeart/2005/8/layout/vProcess5"/>
    <dgm:cxn modelId="{0EE52FAB-600A-0743-B9AA-4EFAB80580E5}" type="presParOf" srcId="{CB7491A7-50C0-A842-AE28-68342567639F}" destId="{7DDAA799-B44D-0748-988F-ADDC52C21C61}" srcOrd="5" destOrd="0" presId="urn:microsoft.com/office/officeart/2005/8/layout/vProcess5"/>
    <dgm:cxn modelId="{F8207C47-6618-4441-BFA1-8ED58BCD7B7B}" type="presParOf" srcId="{CB7491A7-50C0-A842-AE28-68342567639F}" destId="{D85923C5-9041-7D4B-A1B2-69280411D50C}" srcOrd="6" destOrd="0" presId="urn:microsoft.com/office/officeart/2005/8/layout/vProcess5"/>
    <dgm:cxn modelId="{94A414C5-F666-DD4F-A3C6-8FC491A7D6B7}" type="presParOf" srcId="{CB7491A7-50C0-A842-AE28-68342567639F}" destId="{F5A6265A-7F13-D345-BF0A-82E99FE38B1C}" srcOrd="7" destOrd="0" presId="urn:microsoft.com/office/officeart/2005/8/layout/vProcess5"/>
    <dgm:cxn modelId="{A2F57F2D-39B6-B441-87FC-BD9829F4E8A7}" type="presParOf" srcId="{CB7491A7-50C0-A842-AE28-68342567639F}" destId="{61EE0755-A1BC-8849-BA7C-FB6D1B5FD83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D796382-ACDA-4F81-82A2-E84AFA220679}"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6A8DA3FF-6347-4371-AC7C-04D8C3AA9C15}">
      <dgm:prSet/>
      <dgm:spPr/>
      <dgm:t>
        <a:bodyPr/>
        <a:lstStyle/>
        <a:p>
          <a:r>
            <a:rPr lang="en-US" dirty="0"/>
            <a:t>Impressions 69.1k</a:t>
          </a:r>
        </a:p>
      </dgm:t>
    </dgm:pt>
    <dgm:pt modelId="{D927371D-0156-47D4-8034-F91A26AED72C}" type="parTrans" cxnId="{03F5D9FC-CCEE-4F8A-801B-5B7A5DEE0909}">
      <dgm:prSet/>
      <dgm:spPr/>
      <dgm:t>
        <a:bodyPr/>
        <a:lstStyle/>
        <a:p>
          <a:endParaRPr lang="en-US"/>
        </a:p>
      </dgm:t>
    </dgm:pt>
    <dgm:pt modelId="{5A61E9CB-FBA3-4411-8A69-1345534F5D9A}" type="sibTrans" cxnId="{03F5D9FC-CCEE-4F8A-801B-5B7A5DEE0909}">
      <dgm:prSet/>
      <dgm:spPr/>
      <dgm:t>
        <a:bodyPr/>
        <a:lstStyle/>
        <a:p>
          <a:endParaRPr lang="en-US"/>
        </a:p>
      </dgm:t>
    </dgm:pt>
    <dgm:pt modelId="{D230C958-0D71-48C4-89CF-3FED51F9BD61}">
      <dgm:prSet/>
      <dgm:spPr/>
      <dgm:t>
        <a:bodyPr/>
        <a:lstStyle/>
        <a:p>
          <a:r>
            <a:rPr lang="en-US" dirty="0"/>
            <a:t>Clicks </a:t>
          </a:r>
        </a:p>
        <a:p>
          <a:r>
            <a:rPr lang="en-US" dirty="0"/>
            <a:t>5.75k</a:t>
          </a:r>
        </a:p>
      </dgm:t>
    </dgm:pt>
    <dgm:pt modelId="{37C2E85E-5D6B-4B72-AF2A-666054FF651E}" type="parTrans" cxnId="{ED9322A4-7BB7-423C-B379-69D61ED30C9E}">
      <dgm:prSet/>
      <dgm:spPr/>
      <dgm:t>
        <a:bodyPr/>
        <a:lstStyle/>
        <a:p>
          <a:endParaRPr lang="en-US"/>
        </a:p>
      </dgm:t>
    </dgm:pt>
    <dgm:pt modelId="{737BCE49-6210-4CC6-8257-D6E0CB1CDF3D}" type="sibTrans" cxnId="{ED9322A4-7BB7-423C-B379-69D61ED30C9E}">
      <dgm:prSet/>
      <dgm:spPr/>
      <dgm:t>
        <a:bodyPr/>
        <a:lstStyle/>
        <a:p>
          <a:endParaRPr lang="en-US"/>
        </a:p>
      </dgm:t>
    </dgm:pt>
    <dgm:pt modelId="{E4DA5F50-66B9-4C4F-BAC3-30F082ACE25B}">
      <dgm:prSet/>
      <dgm:spPr/>
      <dgm:t>
        <a:bodyPr/>
        <a:lstStyle/>
        <a:p>
          <a:r>
            <a:rPr lang="en-US"/>
            <a:t>Click Through Rates (CTR) 8.33k</a:t>
          </a:r>
        </a:p>
      </dgm:t>
    </dgm:pt>
    <dgm:pt modelId="{4BE0347B-EBA3-4049-950D-0B0B1571A72A}" type="parTrans" cxnId="{FC94B03D-244C-4EF1-A1EE-D4CACDCA2977}">
      <dgm:prSet/>
      <dgm:spPr/>
      <dgm:t>
        <a:bodyPr/>
        <a:lstStyle/>
        <a:p>
          <a:endParaRPr lang="en-US"/>
        </a:p>
      </dgm:t>
    </dgm:pt>
    <dgm:pt modelId="{80BB831A-65EC-469B-BF9D-591D6ECF8837}" type="sibTrans" cxnId="{FC94B03D-244C-4EF1-A1EE-D4CACDCA2977}">
      <dgm:prSet/>
      <dgm:spPr/>
      <dgm:t>
        <a:bodyPr/>
        <a:lstStyle/>
        <a:p>
          <a:endParaRPr lang="en-US"/>
        </a:p>
      </dgm:t>
    </dgm:pt>
    <dgm:pt modelId="{DDCD166D-A87F-41F1-87B6-320031243248}">
      <dgm:prSet/>
      <dgm:spPr/>
      <dgm:t>
        <a:bodyPr/>
        <a:lstStyle/>
        <a:p>
          <a:r>
            <a:rPr lang="en-US"/>
            <a:t>Average CPC 0.05</a:t>
          </a:r>
        </a:p>
      </dgm:t>
    </dgm:pt>
    <dgm:pt modelId="{FC0E6733-4894-492C-8B5E-46BE6A4B1BCD}" type="parTrans" cxnId="{F1814925-45F2-40A0-B2F7-31C699B97756}">
      <dgm:prSet/>
      <dgm:spPr/>
      <dgm:t>
        <a:bodyPr/>
        <a:lstStyle/>
        <a:p>
          <a:endParaRPr lang="en-US"/>
        </a:p>
      </dgm:t>
    </dgm:pt>
    <dgm:pt modelId="{07B73107-D85D-4D75-B751-EA913652BE7B}" type="sibTrans" cxnId="{F1814925-45F2-40A0-B2F7-31C699B97756}">
      <dgm:prSet/>
      <dgm:spPr/>
      <dgm:t>
        <a:bodyPr/>
        <a:lstStyle/>
        <a:p>
          <a:endParaRPr lang="en-US"/>
        </a:p>
      </dgm:t>
    </dgm:pt>
    <dgm:pt modelId="{2E4B58E6-56B0-4582-87C1-D363430433BC}">
      <dgm:prSet/>
      <dgm:spPr/>
      <dgm:t>
        <a:bodyPr/>
        <a:lstStyle/>
        <a:p>
          <a:r>
            <a:rPr lang="en-US"/>
            <a:t>Conversions 323</a:t>
          </a:r>
        </a:p>
      </dgm:t>
    </dgm:pt>
    <dgm:pt modelId="{C248D0C7-7F79-4D73-9A85-0B79606F4202}" type="parTrans" cxnId="{4A67E2E6-D909-41D2-878A-F25623728417}">
      <dgm:prSet/>
      <dgm:spPr/>
      <dgm:t>
        <a:bodyPr/>
        <a:lstStyle/>
        <a:p>
          <a:endParaRPr lang="en-US"/>
        </a:p>
      </dgm:t>
    </dgm:pt>
    <dgm:pt modelId="{9B9ED9B7-1671-4B11-97E4-D3E0854899B5}" type="sibTrans" cxnId="{4A67E2E6-D909-41D2-878A-F25623728417}">
      <dgm:prSet/>
      <dgm:spPr/>
      <dgm:t>
        <a:bodyPr/>
        <a:lstStyle/>
        <a:p>
          <a:endParaRPr lang="en-US"/>
        </a:p>
      </dgm:t>
    </dgm:pt>
    <dgm:pt modelId="{153182DB-68F9-4A92-AC42-F8743DB45B6E}">
      <dgm:prSet/>
      <dgm:spPr/>
      <dgm:t>
        <a:bodyPr/>
        <a:lstStyle/>
        <a:p>
          <a:r>
            <a:rPr lang="en-US" dirty="0"/>
            <a:t>Cost </a:t>
          </a:r>
        </a:p>
        <a:p>
          <a:r>
            <a:rPr lang="en-US" dirty="0"/>
            <a:t>292</a:t>
          </a:r>
        </a:p>
      </dgm:t>
    </dgm:pt>
    <dgm:pt modelId="{D1F0B9FC-BE44-40D8-89E8-BE1BB802B08E}" type="parTrans" cxnId="{D5BEBA7F-C00F-493E-B9CB-7A6B6DC74D5B}">
      <dgm:prSet/>
      <dgm:spPr/>
      <dgm:t>
        <a:bodyPr/>
        <a:lstStyle/>
        <a:p>
          <a:endParaRPr lang="en-US"/>
        </a:p>
      </dgm:t>
    </dgm:pt>
    <dgm:pt modelId="{F5276049-E24B-4206-8C18-2715ADE70923}" type="sibTrans" cxnId="{D5BEBA7F-C00F-493E-B9CB-7A6B6DC74D5B}">
      <dgm:prSet/>
      <dgm:spPr/>
      <dgm:t>
        <a:bodyPr/>
        <a:lstStyle/>
        <a:p>
          <a:endParaRPr lang="en-US"/>
        </a:p>
      </dgm:t>
    </dgm:pt>
    <dgm:pt modelId="{E490E030-44DA-3843-87B7-64F74C2FBDE7}" type="pres">
      <dgm:prSet presAssocID="{6D796382-ACDA-4F81-82A2-E84AFA220679}" presName="Name0" presStyleCnt="0">
        <dgm:presLayoutVars>
          <dgm:dir/>
          <dgm:resizeHandles val="exact"/>
        </dgm:presLayoutVars>
      </dgm:prSet>
      <dgm:spPr/>
    </dgm:pt>
    <dgm:pt modelId="{6414B315-FD77-4442-BC41-02E77175EE07}" type="pres">
      <dgm:prSet presAssocID="{6A8DA3FF-6347-4371-AC7C-04D8C3AA9C15}" presName="node" presStyleLbl="node1" presStyleIdx="0" presStyleCnt="6">
        <dgm:presLayoutVars>
          <dgm:bulletEnabled val="1"/>
        </dgm:presLayoutVars>
      </dgm:prSet>
      <dgm:spPr/>
    </dgm:pt>
    <dgm:pt modelId="{69E7126D-D933-E049-83FD-D66145911FDF}" type="pres">
      <dgm:prSet presAssocID="{5A61E9CB-FBA3-4411-8A69-1345534F5D9A}" presName="sibTrans" presStyleLbl="sibTrans1D1" presStyleIdx="0" presStyleCnt="5"/>
      <dgm:spPr/>
    </dgm:pt>
    <dgm:pt modelId="{97544CAF-A931-A742-B871-64C759704E2F}" type="pres">
      <dgm:prSet presAssocID="{5A61E9CB-FBA3-4411-8A69-1345534F5D9A}" presName="connectorText" presStyleLbl="sibTrans1D1" presStyleIdx="0" presStyleCnt="5"/>
      <dgm:spPr/>
    </dgm:pt>
    <dgm:pt modelId="{9DE8CDAE-B279-104A-BA69-8A5F788384D6}" type="pres">
      <dgm:prSet presAssocID="{D230C958-0D71-48C4-89CF-3FED51F9BD61}" presName="node" presStyleLbl="node1" presStyleIdx="1" presStyleCnt="6">
        <dgm:presLayoutVars>
          <dgm:bulletEnabled val="1"/>
        </dgm:presLayoutVars>
      </dgm:prSet>
      <dgm:spPr/>
    </dgm:pt>
    <dgm:pt modelId="{5679EC92-5A3C-3E46-8A25-046CCB24886E}" type="pres">
      <dgm:prSet presAssocID="{737BCE49-6210-4CC6-8257-D6E0CB1CDF3D}" presName="sibTrans" presStyleLbl="sibTrans1D1" presStyleIdx="1" presStyleCnt="5"/>
      <dgm:spPr/>
    </dgm:pt>
    <dgm:pt modelId="{E31095BD-77F3-C944-BB60-318A21352E0B}" type="pres">
      <dgm:prSet presAssocID="{737BCE49-6210-4CC6-8257-D6E0CB1CDF3D}" presName="connectorText" presStyleLbl="sibTrans1D1" presStyleIdx="1" presStyleCnt="5"/>
      <dgm:spPr/>
    </dgm:pt>
    <dgm:pt modelId="{E44D2FAD-AED0-8644-A351-4F2480366ABB}" type="pres">
      <dgm:prSet presAssocID="{E4DA5F50-66B9-4C4F-BAC3-30F082ACE25B}" presName="node" presStyleLbl="node1" presStyleIdx="2" presStyleCnt="6">
        <dgm:presLayoutVars>
          <dgm:bulletEnabled val="1"/>
        </dgm:presLayoutVars>
      </dgm:prSet>
      <dgm:spPr/>
    </dgm:pt>
    <dgm:pt modelId="{D200BFC4-4E99-3C49-AEB1-34ECB9D2D8AD}" type="pres">
      <dgm:prSet presAssocID="{80BB831A-65EC-469B-BF9D-591D6ECF8837}" presName="sibTrans" presStyleLbl="sibTrans1D1" presStyleIdx="2" presStyleCnt="5"/>
      <dgm:spPr/>
    </dgm:pt>
    <dgm:pt modelId="{457AA6D2-1DCE-D845-9AFB-49C025A6D4FB}" type="pres">
      <dgm:prSet presAssocID="{80BB831A-65EC-469B-BF9D-591D6ECF8837}" presName="connectorText" presStyleLbl="sibTrans1D1" presStyleIdx="2" presStyleCnt="5"/>
      <dgm:spPr/>
    </dgm:pt>
    <dgm:pt modelId="{20053D1C-323A-1848-BBFA-A725DDFBFA55}" type="pres">
      <dgm:prSet presAssocID="{DDCD166D-A87F-41F1-87B6-320031243248}" presName="node" presStyleLbl="node1" presStyleIdx="3" presStyleCnt="6">
        <dgm:presLayoutVars>
          <dgm:bulletEnabled val="1"/>
        </dgm:presLayoutVars>
      </dgm:prSet>
      <dgm:spPr/>
    </dgm:pt>
    <dgm:pt modelId="{EC8D17D1-D933-E14C-BCB8-F2791154C438}" type="pres">
      <dgm:prSet presAssocID="{07B73107-D85D-4D75-B751-EA913652BE7B}" presName="sibTrans" presStyleLbl="sibTrans1D1" presStyleIdx="3" presStyleCnt="5"/>
      <dgm:spPr/>
    </dgm:pt>
    <dgm:pt modelId="{4A933B13-275F-DD49-BD35-393C2AFD1F4B}" type="pres">
      <dgm:prSet presAssocID="{07B73107-D85D-4D75-B751-EA913652BE7B}" presName="connectorText" presStyleLbl="sibTrans1D1" presStyleIdx="3" presStyleCnt="5"/>
      <dgm:spPr/>
    </dgm:pt>
    <dgm:pt modelId="{10806ABD-4D99-DC48-9297-CEFDCD523E47}" type="pres">
      <dgm:prSet presAssocID="{2E4B58E6-56B0-4582-87C1-D363430433BC}" presName="node" presStyleLbl="node1" presStyleIdx="4" presStyleCnt="6">
        <dgm:presLayoutVars>
          <dgm:bulletEnabled val="1"/>
        </dgm:presLayoutVars>
      </dgm:prSet>
      <dgm:spPr/>
    </dgm:pt>
    <dgm:pt modelId="{7F30D603-ADF9-E649-8AAE-4C91AEE8BB02}" type="pres">
      <dgm:prSet presAssocID="{9B9ED9B7-1671-4B11-97E4-D3E0854899B5}" presName="sibTrans" presStyleLbl="sibTrans1D1" presStyleIdx="4" presStyleCnt="5"/>
      <dgm:spPr/>
    </dgm:pt>
    <dgm:pt modelId="{C8D1FA5E-5EEE-3041-9879-AFC0A17CCE5A}" type="pres">
      <dgm:prSet presAssocID="{9B9ED9B7-1671-4B11-97E4-D3E0854899B5}" presName="connectorText" presStyleLbl="sibTrans1D1" presStyleIdx="4" presStyleCnt="5"/>
      <dgm:spPr/>
    </dgm:pt>
    <dgm:pt modelId="{08F99BB0-2397-2649-B58E-837FF0A9FCD9}" type="pres">
      <dgm:prSet presAssocID="{153182DB-68F9-4A92-AC42-F8743DB45B6E}" presName="node" presStyleLbl="node1" presStyleIdx="5" presStyleCnt="6">
        <dgm:presLayoutVars>
          <dgm:bulletEnabled val="1"/>
        </dgm:presLayoutVars>
      </dgm:prSet>
      <dgm:spPr/>
    </dgm:pt>
  </dgm:ptLst>
  <dgm:cxnLst>
    <dgm:cxn modelId="{19A06801-4788-9B46-BC29-DDEC63EE2717}" type="presOf" srcId="{2E4B58E6-56B0-4582-87C1-D363430433BC}" destId="{10806ABD-4D99-DC48-9297-CEFDCD523E47}" srcOrd="0" destOrd="0" presId="urn:microsoft.com/office/officeart/2016/7/layout/RepeatingBendingProcessNew"/>
    <dgm:cxn modelId="{F942281A-058A-514B-B4B8-475C64BDAC0D}" type="presOf" srcId="{07B73107-D85D-4D75-B751-EA913652BE7B}" destId="{4A933B13-275F-DD49-BD35-393C2AFD1F4B}" srcOrd="1" destOrd="0" presId="urn:microsoft.com/office/officeart/2016/7/layout/RepeatingBendingProcessNew"/>
    <dgm:cxn modelId="{AF9F981B-C82F-954B-B29A-5BAC2A25B0AC}" type="presOf" srcId="{737BCE49-6210-4CC6-8257-D6E0CB1CDF3D}" destId="{E31095BD-77F3-C944-BB60-318A21352E0B}" srcOrd="1" destOrd="0" presId="urn:microsoft.com/office/officeart/2016/7/layout/RepeatingBendingProcessNew"/>
    <dgm:cxn modelId="{33BCB81E-2741-6D40-B2E2-F9FB3C53DEFE}" type="presOf" srcId="{737BCE49-6210-4CC6-8257-D6E0CB1CDF3D}" destId="{5679EC92-5A3C-3E46-8A25-046CCB24886E}" srcOrd="0" destOrd="0" presId="urn:microsoft.com/office/officeart/2016/7/layout/RepeatingBendingProcessNew"/>
    <dgm:cxn modelId="{F1814925-45F2-40A0-B2F7-31C699B97756}" srcId="{6D796382-ACDA-4F81-82A2-E84AFA220679}" destId="{DDCD166D-A87F-41F1-87B6-320031243248}" srcOrd="3" destOrd="0" parTransId="{FC0E6733-4894-492C-8B5E-46BE6A4B1BCD}" sibTransId="{07B73107-D85D-4D75-B751-EA913652BE7B}"/>
    <dgm:cxn modelId="{FC94B03D-244C-4EF1-A1EE-D4CACDCA2977}" srcId="{6D796382-ACDA-4F81-82A2-E84AFA220679}" destId="{E4DA5F50-66B9-4C4F-BAC3-30F082ACE25B}" srcOrd="2" destOrd="0" parTransId="{4BE0347B-EBA3-4049-950D-0B0B1571A72A}" sibTransId="{80BB831A-65EC-469B-BF9D-591D6ECF8837}"/>
    <dgm:cxn modelId="{21D19F46-089D-0441-A7E0-F410D4EB7D66}" type="presOf" srcId="{D230C958-0D71-48C4-89CF-3FED51F9BD61}" destId="{9DE8CDAE-B279-104A-BA69-8A5F788384D6}" srcOrd="0" destOrd="0" presId="urn:microsoft.com/office/officeart/2016/7/layout/RepeatingBendingProcessNew"/>
    <dgm:cxn modelId="{A27DD748-3B01-8348-A85D-E44D97D490F3}" type="presOf" srcId="{9B9ED9B7-1671-4B11-97E4-D3E0854899B5}" destId="{7F30D603-ADF9-E649-8AAE-4C91AEE8BB02}" srcOrd="0" destOrd="0" presId="urn:microsoft.com/office/officeart/2016/7/layout/RepeatingBendingProcessNew"/>
    <dgm:cxn modelId="{4EE24458-DDA9-4846-9EBC-DBDDC2F0F65D}" type="presOf" srcId="{5A61E9CB-FBA3-4411-8A69-1345534F5D9A}" destId="{69E7126D-D933-E049-83FD-D66145911FDF}" srcOrd="0" destOrd="0" presId="urn:microsoft.com/office/officeart/2016/7/layout/RepeatingBendingProcessNew"/>
    <dgm:cxn modelId="{380C6D5E-79B4-4A46-8BB9-664E69D3E731}" type="presOf" srcId="{07B73107-D85D-4D75-B751-EA913652BE7B}" destId="{EC8D17D1-D933-E14C-BCB8-F2791154C438}" srcOrd="0" destOrd="0" presId="urn:microsoft.com/office/officeart/2016/7/layout/RepeatingBendingProcessNew"/>
    <dgm:cxn modelId="{5E20A760-BA47-DE46-B57A-CC1E830F72F9}" type="presOf" srcId="{6D796382-ACDA-4F81-82A2-E84AFA220679}" destId="{E490E030-44DA-3843-87B7-64F74C2FBDE7}" srcOrd="0" destOrd="0" presId="urn:microsoft.com/office/officeart/2016/7/layout/RepeatingBendingProcessNew"/>
    <dgm:cxn modelId="{D5BEBA7F-C00F-493E-B9CB-7A6B6DC74D5B}" srcId="{6D796382-ACDA-4F81-82A2-E84AFA220679}" destId="{153182DB-68F9-4A92-AC42-F8743DB45B6E}" srcOrd="5" destOrd="0" parTransId="{D1F0B9FC-BE44-40D8-89E8-BE1BB802B08E}" sibTransId="{F5276049-E24B-4206-8C18-2715ADE70923}"/>
    <dgm:cxn modelId="{48B08989-36CE-5B4A-8300-5B9FDF2AEC1C}" type="presOf" srcId="{153182DB-68F9-4A92-AC42-F8743DB45B6E}" destId="{08F99BB0-2397-2649-B58E-837FF0A9FCD9}" srcOrd="0" destOrd="0" presId="urn:microsoft.com/office/officeart/2016/7/layout/RepeatingBendingProcessNew"/>
    <dgm:cxn modelId="{1672458C-EC09-A048-9671-8E5548C11CDD}" type="presOf" srcId="{6A8DA3FF-6347-4371-AC7C-04D8C3AA9C15}" destId="{6414B315-FD77-4442-BC41-02E77175EE07}" srcOrd="0" destOrd="0" presId="urn:microsoft.com/office/officeart/2016/7/layout/RepeatingBendingProcessNew"/>
    <dgm:cxn modelId="{7DB3E698-477A-634A-BA31-BA1932DA6A86}" type="presOf" srcId="{DDCD166D-A87F-41F1-87B6-320031243248}" destId="{20053D1C-323A-1848-BBFA-A725DDFBFA55}" srcOrd="0" destOrd="0" presId="urn:microsoft.com/office/officeart/2016/7/layout/RepeatingBendingProcessNew"/>
    <dgm:cxn modelId="{897DD8A3-7D9E-E746-B694-10D93C106C91}" type="presOf" srcId="{5A61E9CB-FBA3-4411-8A69-1345534F5D9A}" destId="{97544CAF-A931-A742-B871-64C759704E2F}" srcOrd="1" destOrd="0" presId="urn:microsoft.com/office/officeart/2016/7/layout/RepeatingBendingProcessNew"/>
    <dgm:cxn modelId="{ED9322A4-7BB7-423C-B379-69D61ED30C9E}" srcId="{6D796382-ACDA-4F81-82A2-E84AFA220679}" destId="{D230C958-0D71-48C4-89CF-3FED51F9BD61}" srcOrd="1" destOrd="0" parTransId="{37C2E85E-5D6B-4B72-AF2A-666054FF651E}" sibTransId="{737BCE49-6210-4CC6-8257-D6E0CB1CDF3D}"/>
    <dgm:cxn modelId="{EECA3CBE-4449-8647-BC9B-371899B70DA8}" type="presOf" srcId="{E4DA5F50-66B9-4C4F-BAC3-30F082ACE25B}" destId="{E44D2FAD-AED0-8644-A351-4F2480366ABB}" srcOrd="0" destOrd="0" presId="urn:microsoft.com/office/officeart/2016/7/layout/RepeatingBendingProcessNew"/>
    <dgm:cxn modelId="{83B69EC9-A560-0548-BC30-2A926D07C91F}" type="presOf" srcId="{80BB831A-65EC-469B-BF9D-591D6ECF8837}" destId="{457AA6D2-1DCE-D845-9AFB-49C025A6D4FB}" srcOrd="1" destOrd="0" presId="urn:microsoft.com/office/officeart/2016/7/layout/RepeatingBendingProcessNew"/>
    <dgm:cxn modelId="{6693D3CE-40B2-4347-95C6-16F06B23125F}" type="presOf" srcId="{9B9ED9B7-1671-4B11-97E4-D3E0854899B5}" destId="{C8D1FA5E-5EEE-3041-9879-AFC0A17CCE5A}" srcOrd="1" destOrd="0" presId="urn:microsoft.com/office/officeart/2016/7/layout/RepeatingBendingProcessNew"/>
    <dgm:cxn modelId="{4A67E2E6-D909-41D2-878A-F25623728417}" srcId="{6D796382-ACDA-4F81-82A2-E84AFA220679}" destId="{2E4B58E6-56B0-4582-87C1-D363430433BC}" srcOrd="4" destOrd="0" parTransId="{C248D0C7-7F79-4D73-9A85-0B79606F4202}" sibTransId="{9B9ED9B7-1671-4B11-97E4-D3E0854899B5}"/>
    <dgm:cxn modelId="{083FC1F2-59E3-7D4E-88F5-12B2A1EA56D1}" type="presOf" srcId="{80BB831A-65EC-469B-BF9D-591D6ECF8837}" destId="{D200BFC4-4E99-3C49-AEB1-34ECB9D2D8AD}" srcOrd="0" destOrd="0" presId="urn:microsoft.com/office/officeart/2016/7/layout/RepeatingBendingProcessNew"/>
    <dgm:cxn modelId="{03F5D9FC-CCEE-4F8A-801B-5B7A5DEE0909}" srcId="{6D796382-ACDA-4F81-82A2-E84AFA220679}" destId="{6A8DA3FF-6347-4371-AC7C-04D8C3AA9C15}" srcOrd="0" destOrd="0" parTransId="{D927371D-0156-47D4-8034-F91A26AED72C}" sibTransId="{5A61E9CB-FBA3-4411-8A69-1345534F5D9A}"/>
    <dgm:cxn modelId="{0BD02D91-B7C9-2148-AE8A-76A70E7A8B9C}" type="presParOf" srcId="{E490E030-44DA-3843-87B7-64F74C2FBDE7}" destId="{6414B315-FD77-4442-BC41-02E77175EE07}" srcOrd="0" destOrd="0" presId="urn:microsoft.com/office/officeart/2016/7/layout/RepeatingBendingProcessNew"/>
    <dgm:cxn modelId="{2250ED08-C9B3-414F-B3E0-1E65E31CC6E6}" type="presParOf" srcId="{E490E030-44DA-3843-87B7-64F74C2FBDE7}" destId="{69E7126D-D933-E049-83FD-D66145911FDF}" srcOrd="1" destOrd="0" presId="urn:microsoft.com/office/officeart/2016/7/layout/RepeatingBendingProcessNew"/>
    <dgm:cxn modelId="{C21AB8B0-35AE-454B-8326-AECDF1D88A31}" type="presParOf" srcId="{69E7126D-D933-E049-83FD-D66145911FDF}" destId="{97544CAF-A931-A742-B871-64C759704E2F}" srcOrd="0" destOrd="0" presId="urn:microsoft.com/office/officeart/2016/7/layout/RepeatingBendingProcessNew"/>
    <dgm:cxn modelId="{00349FB3-D854-2245-BF2E-7A8D7ED8CFB9}" type="presParOf" srcId="{E490E030-44DA-3843-87B7-64F74C2FBDE7}" destId="{9DE8CDAE-B279-104A-BA69-8A5F788384D6}" srcOrd="2" destOrd="0" presId="urn:microsoft.com/office/officeart/2016/7/layout/RepeatingBendingProcessNew"/>
    <dgm:cxn modelId="{CD79F073-B156-694F-AAE5-AA13CEC8C8B8}" type="presParOf" srcId="{E490E030-44DA-3843-87B7-64F74C2FBDE7}" destId="{5679EC92-5A3C-3E46-8A25-046CCB24886E}" srcOrd="3" destOrd="0" presId="urn:microsoft.com/office/officeart/2016/7/layout/RepeatingBendingProcessNew"/>
    <dgm:cxn modelId="{9CD32AFE-69C1-C840-AAE7-10561DACFE91}" type="presParOf" srcId="{5679EC92-5A3C-3E46-8A25-046CCB24886E}" destId="{E31095BD-77F3-C944-BB60-318A21352E0B}" srcOrd="0" destOrd="0" presId="urn:microsoft.com/office/officeart/2016/7/layout/RepeatingBendingProcessNew"/>
    <dgm:cxn modelId="{6A003E6F-E24E-F443-9138-DCA5DCE3D7BD}" type="presParOf" srcId="{E490E030-44DA-3843-87B7-64F74C2FBDE7}" destId="{E44D2FAD-AED0-8644-A351-4F2480366ABB}" srcOrd="4" destOrd="0" presId="urn:microsoft.com/office/officeart/2016/7/layout/RepeatingBendingProcessNew"/>
    <dgm:cxn modelId="{96619A78-6382-3342-8001-F2612B69D0DC}" type="presParOf" srcId="{E490E030-44DA-3843-87B7-64F74C2FBDE7}" destId="{D200BFC4-4E99-3C49-AEB1-34ECB9D2D8AD}" srcOrd="5" destOrd="0" presId="urn:microsoft.com/office/officeart/2016/7/layout/RepeatingBendingProcessNew"/>
    <dgm:cxn modelId="{ABE542DD-C3DD-B049-804F-5AFFE0489FDA}" type="presParOf" srcId="{D200BFC4-4E99-3C49-AEB1-34ECB9D2D8AD}" destId="{457AA6D2-1DCE-D845-9AFB-49C025A6D4FB}" srcOrd="0" destOrd="0" presId="urn:microsoft.com/office/officeart/2016/7/layout/RepeatingBendingProcessNew"/>
    <dgm:cxn modelId="{FFA3FC5C-528C-9D4B-BDA6-7670C06899B6}" type="presParOf" srcId="{E490E030-44DA-3843-87B7-64F74C2FBDE7}" destId="{20053D1C-323A-1848-BBFA-A725DDFBFA55}" srcOrd="6" destOrd="0" presId="urn:microsoft.com/office/officeart/2016/7/layout/RepeatingBendingProcessNew"/>
    <dgm:cxn modelId="{4F603738-D390-5E4B-89B5-F0B9DFFF2FF4}" type="presParOf" srcId="{E490E030-44DA-3843-87B7-64F74C2FBDE7}" destId="{EC8D17D1-D933-E14C-BCB8-F2791154C438}" srcOrd="7" destOrd="0" presId="urn:microsoft.com/office/officeart/2016/7/layout/RepeatingBendingProcessNew"/>
    <dgm:cxn modelId="{B4CD6D6F-FF7D-D04F-988D-87DE412003F1}" type="presParOf" srcId="{EC8D17D1-D933-E14C-BCB8-F2791154C438}" destId="{4A933B13-275F-DD49-BD35-393C2AFD1F4B}" srcOrd="0" destOrd="0" presId="urn:microsoft.com/office/officeart/2016/7/layout/RepeatingBendingProcessNew"/>
    <dgm:cxn modelId="{8CE50EAF-C800-F94F-8CB9-FF5102DEE3A7}" type="presParOf" srcId="{E490E030-44DA-3843-87B7-64F74C2FBDE7}" destId="{10806ABD-4D99-DC48-9297-CEFDCD523E47}" srcOrd="8" destOrd="0" presId="urn:microsoft.com/office/officeart/2016/7/layout/RepeatingBendingProcessNew"/>
    <dgm:cxn modelId="{E629DA69-A2E7-7241-AF27-0571FFF6EDCB}" type="presParOf" srcId="{E490E030-44DA-3843-87B7-64F74C2FBDE7}" destId="{7F30D603-ADF9-E649-8AAE-4C91AEE8BB02}" srcOrd="9" destOrd="0" presId="urn:microsoft.com/office/officeart/2016/7/layout/RepeatingBendingProcessNew"/>
    <dgm:cxn modelId="{EE60ACF7-25D5-9645-A485-36099DBBF670}" type="presParOf" srcId="{7F30D603-ADF9-E649-8AAE-4C91AEE8BB02}" destId="{C8D1FA5E-5EEE-3041-9879-AFC0A17CCE5A}" srcOrd="0" destOrd="0" presId="urn:microsoft.com/office/officeart/2016/7/layout/RepeatingBendingProcessNew"/>
    <dgm:cxn modelId="{E16134F6-BE55-394D-B8D9-037ADDB14350}" type="presParOf" srcId="{E490E030-44DA-3843-87B7-64F74C2FBDE7}" destId="{08F99BB0-2397-2649-B58E-837FF0A9FCD9}"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C538C97-F96E-462A-9D26-7CA11D189FAC}" type="doc">
      <dgm:prSet loTypeId="urn:microsoft.com/office/officeart/2005/8/layout/cycle2" loCatId="cycle" qsTypeId="urn:microsoft.com/office/officeart/2005/8/quickstyle/simple4" qsCatId="simple" csTypeId="urn:microsoft.com/office/officeart/2005/8/colors/colorful2" csCatId="colorful" phldr="1"/>
      <dgm:spPr/>
      <dgm:t>
        <a:bodyPr/>
        <a:lstStyle/>
        <a:p>
          <a:endParaRPr lang="en-US"/>
        </a:p>
      </dgm:t>
    </dgm:pt>
    <dgm:pt modelId="{81F9228D-6968-4F45-8868-59F7B80E65FB}">
      <dgm:prSet/>
      <dgm:spPr>
        <a:gradFill rotWithShape="0">
          <a:gsLst>
            <a:gs pos="0">
              <a:srgbClr val="00B0F0"/>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gradFill>
      </dgm:spPr>
      <dgm:t>
        <a:bodyPr/>
        <a:lstStyle/>
        <a:p>
          <a:pPr algn="ctr"/>
          <a:r>
            <a:rPr lang="en-US" dirty="0"/>
            <a:t>Impression   26.1K</a:t>
          </a:r>
        </a:p>
      </dgm:t>
    </dgm:pt>
    <dgm:pt modelId="{C79D91FD-F2DB-42AC-B840-5884219E761C}" type="parTrans" cxnId="{D49F92CA-E8BB-42A6-A373-B06FCB9EE58A}">
      <dgm:prSet/>
      <dgm:spPr/>
      <dgm:t>
        <a:bodyPr/>
        <a:lstStyle/>
        <a:p>
          <a:endParaRPr lang="en-US"/>
        </a:p>
      </dgm:t>
    </dgm:pt>
    <dgm:pt modelId="{3FE5171B-15C9-416D-85F5-2253A42E4EBE}" type="sibTrans" cxnId="{D49F92CA-E8BB-42A6-A373-B06FCB9EE58A}">
      <dgm:prSet/>
      <dgm:spPr/>
      <dgm:t>
        <a:bodyPr/>
        <a:lstStyle/>
        <a:p>
          <a:endParaRPr lang="en-US"/>
        </a:p>
      </dgm:t>
    </dgm:pt>
    <dgm:pt modelId="{ABB1CC7F-4174-41B0-A9E9-3E4B90E4AE80}">
      <dgm:prSet/>
      <dgm:spPr>
        <a:gradFill rotWithShape="0">
          <a:gsLst>
            <a:gs pos="0">
              <a:srgbClr val="FF0000"/>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gradFill>
      </dgm:spPr>
      <dgm:t>
        <a:bodyPr/>
        <a:lstStyle/>
        <a:p>
          <a:r>
            <a:rPr lang="en-US" dirty="0"/>
            <a:t>Clicks  2.5K</a:t>
          </a:r>
        </a:p>
      </dgm:t>
    </dgm:pt>
    <dgm:pt modelId="{8A1DA103-1BE7-4610-A84D-ED8B4CDDD090}" type="parTrans" cxnId="{00AA1763-6DA8-4ED4-9417-B8FCE9286E1F}">
      <dgm:prSet/>
      <dgm:spPr/>
      <dgm:t>
        <a:bodyPr/>
        <a:lstStyle/>
        <a:p>
          <a:endParaRPr lang="en-US"/>
        </a:p>
      </dgm:t>
    </dgm:pt>
    <dgm:pt modelId="{34AE3107-5BD1-4468-B064-0922A7EFAECE}" type="sibTrans" cxnId="{00AA1763-6DA8-4ED4-9417-B8FCE9286E1F}">
      <dgm:prSet/>
      <dgm:spPr/>
      <dgm:t>
        <a:bodyPr/>
        <a:lstStyle/>
        <a:p>
          <a:endParaRPr lang="en-US"/>
        </a:p>
      </dgm:t>
    </dgm:pt>
    <dgm:pt modelId="{EF67D292-9755-4455-9719-4B899284C3C6}">
      <dgm:prSet/>
      <dgm:spPr>
        <a:gradFill rotWithShape="0">
          <a:gsLst>
            <a:gs pos="0">
              <a:srgbClr val="00B050"/>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gradFill>
      </dgm:spPr>
      <dgm:t>
        <a:bodyPr/>
        <a:lstStyle/>
        <a:p>
          <a:r>
            <a:rPr lang="en-US" dirty="0"/>
            <a:t>Average CPC  $0.05</a:t>
          </a:r>
        </a:p>
      </dgm:t>
    </dgm:pt>
    <dgm:pt modelId="{425075BF-87F1-47A9-B96E-0F4B445B154E}" type="parTrans" cxnId="{D7BF8373-56F7-4EEE-8ACB-7EAA43FB6F81}">
      <dgm:prSet/>
      <dgm:spPr/>
      <dgm:t>
        <a:bodyPr/>
        <a:lstStyle/>
        <a:p>
          <a:endParaRPr lang="en-US"/>
        </a:p>
      </dgm:t>
    </dgm:pt>
    <dgm:pt modelId="{ACDFB194-9534-43AD-AB67-84CF11B67F92}" type="sibTrans" cxnId="{D7BF8373-56F7-4EEE-8ACB-7EAA43FB6F81}">
      <dgm:prSet/>
      <dgm:spPr/>
      <dgm:t>
        <a:bodyPr/>
        <a:lstStyle/>
        <a:p>
          <a:endParaRPr lang="en-US"/>
        </a:p>
      </dgm:t>
    </dgm:pt>
    <dgm:pt modelId="{D5DC7DF9-1CF5-4D25-8286-6483DD2E89EC}">
      <dgm:prSet/>
      <dgm:spPr>
        <a:gradFill rotWithShape="0">
          <a:gsLst>
            <a:gs pos="0">
              <a:srgbClr val="FFC000"/>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gradFill>
      </dgm:spPr>
      <dgm:t>
        <a:bodyPr/>
        <a:lstStyle/>
        <a:p>
          <a:r>
            <a:rPr lang="en-US" dirty="0"/>
            <a:t>Click-Through Rate (CTR)  9.56%</a:t>
          </a:r>
        </a:p>
      </dgm:t>
    </dgm:pt>
    <dgm:pt modelId="{44D52FAF-9E16-471A-9CC1-2121BB00BCB8}" type="parTrans" cxnId="{9AD76916-9E96-4793-B824-8B170D62CE53}">
      <dgm:prSet/>
      <dgm:spPr/>
      <dgm:t>
        <a:bodyPr/>
        <a:lstStyle/>
        <a:p>
          <a:endParaRPr lang="en-US"/>
        </a:p>
      </dgm:t>
    </dgm:pt>
    <dgm:pt modelId="{FFD6F42A-1309-46C5-B028-16D11C0A7CEE}" type="sibTrans" cxnId="{9AD76916-9E96-4793-B824-8B170D62CE53}">
      <dgm:prSet/>
      <dgm:spPr/>
      <dgm:t>
        <a:bodyPr/>
        <a:lstStyle/>
        <a:p>
          <a:endParaRPr lang="en-US"/>
        </a:p>
      </dgm:t>
    </dgm:pt>
    <dgm:pt modelId="{4057753A-5145-47B9-AAD8-DAE267951A7B}">
      <dgm:prSet/>
      <dgm:spPr>
        <a:gradFill rotWithShape="0">
          <a:gsLst>
            <a:gs pos="0">
              <a:srgbClr val="7030A0"/>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gradFill>
      </dgm:spPr>
      <dgm:t>
        <a:bodyPr/>
        <a:lstStyle/>
        <a:p>
          <a:r>
            <a:rPr lang="en-US" dirty="0"/>
            <a:t>Conversion  149</a:t>
          </a:r>
        </a:p>
      </dgm:t>
    </dgm:pt>
    <dgm:pt modelId="{B20A50B6-197F-49EE-9E85-8CEEC0653519}" type="parTrans" cxnId="{20B0B1AD-4B19-4B81-B73D-10BB5B20BDF1}">
      <dgm:prSet/>
      <dgm:spPr/>
      <dgm:t>
        <a:bodyPr/>
        <a:lstStyle/>
        <a:p>
          <a:endParaRPr lang="en-US"/>
        </a:p>
      </dgm:t>
    </dgm:pt>
    <dgm:pt modelId="{441D3F7C-A5FA-4F82-8681-67C546E75995}" type="sibTrans" cxnId="{20B0B1AD-4B19-4B81-B73D-10BB5B20BDF1}">
      <dgm:prSet/>
      <dgm:spPr/>
      <dgm:t>
        <a:bodyPr/>
        <a:lstStyle/>
        <a:p>
          <a:endParaRPr lang="en-US"/>
        </a:p>
      </dgm:t>
    </dgm:pt>
    <dgm:pt modelId="{3A0FDE3F-D24D-4DCF-B17A-2B7FE7F3295B}">
      <dgm:prSet/>
      <dgm:spPr>
        <a:gradFill rotWithShape="0">
          <a:gsLst>
            <a:gs pos="0">
              <a:schemeClr val="accent2">
                <a:lumMod val="75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gradFill>
      </dgm:spPr>
      <dgm:t>
        <a:bodyPr/>
        <a:lstStyle/>
        <a:p>
          <a:r>
            <a:rPr lang="en-US" dirty="0"/>
            <a:t>Cost </a:t>
          </a:r>
          <a:br>
            <a:rPr lang="en-US" dirty="0"/>
          </a:br>
          <a:r>
            <a:rPr lang="en-US" dirty="0"/>
            <a:t> $129</a:t>
          </a:r>
        </a:p>
      </dgm:t>
    </dgm:pt>
    <dgm:pt modelId="{2484F6DB-9D03-4CB2-A5E7-5A8C8821DFE5}" type="parTrans" cxnId="{66BC9D9B-DE7F-4C65-AEA5-ABDEED138DA1}">
      <dgm:prSet/>
      <dgm:spPr/>
      <dgm:t>
        <a:bodyPr/>
        <a:lstStyle/>
        <a:p>
          <a:endParaRPr lang="en-US"/>
        </a:p>
      </dgm:t>
    </dgm:pt>
    <dgm:pt modelId="{7DB76AFD-9C2B-47F1-9BFE-C0E7170FEF16}" type="sibTrans" cxnId="{66BC9D9B-DE7F-4C65-AEA5-ABDEED138DA1}">
      <dgm:prSet/>
      <dgm:spPr/>
      <dgm:t>
        <a:bodyPr/>
        <a:lstStyle/>
        <a:p>
          <a:endParaRPr lang="en-US"/>
        </a:p>
      </dgm:t>
    </dgm:pt>
    <dgm:pt modelId="{B55530D2-13BC-6540-93DB-B4CE72971B20}" type="pres">
      <dgm:prSet presAssocID="{4C538C97-F96E-462A-9D26-7CA11D189FAC}" presName="cycle" presStyleCnt="0">
        <dgm:presLayoutVars>
          <dgm:dir/>
          <dgm:resizeHandles val="exact"/>
        </dgm:presLayoutVars>
      </dgm:prSet>
      <dgm:spPr/>
    </dgm:pt>
    <dgm:pt modelId="{C2670ECD-D4C0-5447-BA82-1C0A86CF3A47}" type="pres">
      <dgm:prSet presAssocID="{81F9228D-6968-4F45-8868-59F7B80E65FB}" presName="node" presStyleLbl="node1" presStyleIdx="0" presStyleCnt="6">
        <dgm:presLayoutVars>
          <dgm:bulletEnabled val="1"/>
        </dgm:presLayoutVars>
      </dgm:prSet>
      <dgm:spPr/>
    </dgm:pt>
    <dgm:pt modelId="{9D15562F-09AC-A04F-BC9C-F68CD86295EA}" type="pres">
      <dgm:prSet presAssocID="{3FE5171B-15C9-416D-85F5-2253A42E4EBE}" presName="sibTrans" presStyleLbl="sibTrans2D1" presStyleIdx="0" presStyleCnt="6"/>
      <dgm:spPr/>
    </dgm:pt>
    <dgm:pt modelId="{071A4A7B-110A-A145-B39E-BEBACA11A679}" type="pres">
      <dgm:prSet presAssocID="{3FE5171B-15C9-416D-85F5-2253A42E4EBE}" presName="connectorText" presStyleLbl="sibTrans2D1" presStyleIdx="0" presStyleCnt="6"/>
      <dgm:spPr/>
    </dgm:pt>
    <dgm:pt modelId="{E24104B6-9238-0E49-8420-E41C5D3F468C}" type="pres">
      <dgm:prSet presAssocID="{ABB1CC7F-4174-41B0-A9E9-3E4B90E4AE80}" presName="node" presStyleLbl="node1" presStyleIdx="1" presStyleCnt="6">
        <dgm:presLayoutVars>
          <dgm:bulletEnabled val="1"/>
        </dgm:presLayoutVars>
      </dgm:prSet>
      <dgm:spPr/>
    </dgm:pt>
    <dgm:pt modelId="{22D7B2AB-45AE-2149-8861-00B319C44379}" type="pres">
      <dgm:prSet presAssocID="{34AE3107-5BD1-4468-B064-0922A7EFAECE}" presName="sibTrans" presStyleLbl="sibTrans2D1" presStyleIdx="1" presStyleCnt="6"/>
      <dgm:spPr/>
    </dgm:pt>
    <dgm:pt modelId="{D44BCA74-8F17-F24C-8ABB-897AC9A77770}" type="pres">
      <dgm:prSet presAssocID="{34AE3107-5BD1-4468-B064-0922A7EFAECE}" presName="connectorText" presStyleLbl="sibTrans2D1" presStyleIdx="1" presStyleCnt="6"/>
      <dgm:spPr/>
    </dgm:pt>
    <dgm:pt modelId="{C59CA9E2-40FA-1B43-978E-F421A9A5F7F9}" type="pres">
      <dgm:prSet presAssocID="{EF67D292-9755-4455-9719-4B899284C3C6}" presName="node" presStyleLbl="node1" presStyleIdx="2" presStyleCnt="6">
        <dgm:presLayoutVars>
          <dgm:bulletEnabled val="1"/>
        </dgm:presLayoutVars>
      </dgm:prSet>
      <dgm:spPr/>
    </dgm:pt>
    <dgm:pt modelId="{E4CBF490-873E-5A41-A2E7-D070622AD9E8}" type="pres">
      <dgm:prSet presAssocID="{ACDFB194-9534-43AD-AB67-84CF11B67F92}" presName="sibTrans" presStyleLbl="sibTrans2D1" presStyleIdx="2" presStyleCnt="6"/>
      <dgm:spPr/>
    </dgm:pt>
    <dgm:pt modelId="{BC716044-0214-D846-A29D-37A0E24C5846}" type="pres">
      <dgm:prSet presAssocID="{ACDFB194-9534-43AD-AB67-84CF11B67F92}" presName="connectorText" presStyleLbl="sibTrans2D1" presStyleIdx="2" presStyleCnt="6"/>
      <dgm:spPr/>
    </dgm:pt>
    <dgm:pt modelId="{4823FF09-80C1-6C47-AD40-5A03FAFA1949}" type="pres">
      <dgm:prSet presAssocID="{D5DC7DF9-1CF5-4D25-8286-6483DD2E89EC}" presName="node" presStyleLbl="node1" presStyleIdx="3" presStyleCnt="6">
        <dgm:presLayoutVars>
          <dgm:bulletEnabled val="1"/>
        </dgm:presLayoutVars>
      </dgm:prSet>
      <dgm:spPr/>
    </dgm:pt>
    <dgm:pt modelId="{D041DBDB-9CCE-D745-950F-FBED93130FE1}" type="pres">
      <dgm:prSet presAssocID="{FFD6F42A-1309-46C5-B028-16D11C0A7CEE}" presName="sibTrans" presStyleLbl="sibTrans2D1" presStyleIdx="3" presStyleCnt="6"/>
      <dgm:spPr/>
    </dgm:pt>
    <dgm:pt modelId="{71DC4CE1-331C-8949-85B7-94E1A66BDD7A}" type="pres">
      <dgm:prSet presAssocID="{FFD6F42A-1309-46C5-B028-16D11C0A7CEE}" presName="connectorText" presStyleLbl="sibTrans2D1" presStyleIdx="3" presStyleCnt="6"/>
      <dgm:spPr/>
    </dgm:pt>
    <dgm:pt modelId="{FD4552DB-229A-C44C-8099-4FBFA28F5575}" type="pres">
      <dgm:prSet presAssocID="{4057753A-5145-47B9-AAD8-DAE267951A7B}" presName="node" presStyleLbl="node1" presStyleIdx="4" presStyleCnt="6">
        <dgm:presLayoutVars>
          <dgm:bulletEnabled val="1"/>
        </dgm:presLayoutVars>
      </dgm:prSet>
      <dgm:spPr/>
    </dgm:pt>
    <dgm:pt modelId="{97DB60B9-362C-7F41-8188-12C388DD6646}" type="pres">
      <dgm:prSet presAssocID="{441D3F7C-A5FA-4F82-8681-67C546E75995}" presName="sibTrans" presStyleLbl="sibTrans2D1" presStyleIdx="4" presStyleCnt="6"/>
      <dgm:spPr/>
    </dgm:pt>
    <dgm:pt modelId="{01854312-FA5C-D644-A2FF-B3F6B7E181DB}" type="pres">
      <dgm:prSet presAssocID="{441D3F7C-A5FA-4F82-8681-67C546E75995}" presName="connectorText" presStyleLbl="sibTrans2D1" presStyleIdx="4" presStyleCnt="6"/>
      <dgm:spPr/>
    </dgm:pt>
    <dgm:pt modelId="{F63B4CB5-C956-2E47-ABE5-EA7C9F627A7C}" type="pres">
      <dgm:prSet presAssocID="{3A0FDE3F-D24D-4DCF-B17A-2B7FE7F3295B}" presName="node" presStyleLbl="node1" presStyleIdx="5" presStyleCnt="6">
        <dgm:presLayoutVars>
          <dgm:bulletEnabled val="1"/>
        </dgm:presLayoutVars>
      </dgm:prSet>
      <dgm:spPr/>
    </dgm:pt>
    <dgm:pt modelId="{618FFD90-5B6A-D940-BB2C-C10A75C1DDDC}" type="pres">
      <dgm:prSet presAssocID="{7DB76AFD-9C2B-47F1-9BFE-C0E7170FEF16}" presName="sibTrans" presStyleLbl="sibTrans2D1" presStyleIdx="5" presStyleCnt="6"/>
      <dgm:spPr/>
    </dgm:pt>
    <dgm:pt modelId="{844B5A02-6657-C146-B5DF-412804C25175}" type="pres">
      <dgm:prSet presAssocID="{7DB76AFD-9C2B-47F1-9BFE-C0E7170FEF16}" presName="connectorText" presStyleLbl="sibTrans2D1" presStyleIdx="5" presStyleCnt="6"/>
      <dgm:spPr/>
    </dgm:pt>
  </dgm:ptLst>
  <dgm:cxnLst>
    <dgm:cxn modelId="{9BBFC509-3B6C-244C-AD60-7139ECBDCC87}" type="presOf" srcId="{7DB76AFD-9C2B-47F1-9BFE-C0E7170FEF16}" destId="{844B5A02-6657-C146-B5DF-412804C25175}" srcOrd="1" destOrd="0" presId="urn:microsoft.com/office/officeart/2005/8/layout/cycle2"/>
    <dgm:cxn modelId="{91E0470C-7BCC-5A47-AE79-638A0B08F0F1}" type="presOf" srcId="{441D3F7C-A5FA-4F82-8681-67C546E75995}" destId="{01854312-FA5C-D644-A2FF-B3F6B7E181DB}" srcOrd="1" destOrd="0" presId="urn:microsoft.com/office/officeart/2005/8/layout/cycle2"/>
    <dgm:cxn modelId="{7E7E3B11-5176-0B4D-9DA1-A01C0E77D237}" type="presOf" srcId="{441D3F7C-A5FA-4F82-8681-67C546E75995}" destId="{97DB60B9-362C-7F41-8188-12C388DD6646}" srcOrd="0" destOrd="0" presId="urn:microsoft.com/office/officeart/2005/8/layout/cycle2"/>
    <dgm:cxn modelId="{9AD76916-9E96-4793-B824-8B170D62CE53}" srcId="{4C538C97-F96E-462A-9D26-7CA11D189FAC}" destId="{D5DC7DF9-1CF5-4D25-8286-6483DD2E89EC}" srcOrd="3" destOrd="0" parTransId="{44D52FAF-9E16-471A-9CC1-2121BB00BCB8}" sibTransId="{FFD6F42A-1309-46C5-B028-16D11C0A7CEE}"/>
    <dgm:cxn modelId="{6FCDA837-59E9-0041-AC24-34CEDE63E46F}" type="presOf" srcId="{34AE3107-5BD1-4468-B064-0922A7EFAECE}" destId="{D44BCA74-8F17-F24C-8ABB-897AC9A77770}" srcOrd="1" destOrd="0" presId="urn:microsoft.com/office/officeart/2005/8/layout/cycle2"/>
    <dgm:cxn modelId="{A167724F-46EA-174D-B5B7-C7217F3A49F9}" type="presOf" srcId="{34AE3107-5BD1-4468-B064-0922A7EFAECE}" destId="{22D7B2AB-45AE-2149-8861-00B319C44379}" srcOrd="0" destOrd="0" presId="urn:microsoft.com/office/officeart/2005/8/layout/cycle2"/>
    <dgm:cxn modelId="{4702F758-5ABD-D74E-87F5-EF33DF8CDB89}" type="presOf" srcId="{D5DC7DF9-1CF5-4D25-8286-6483DD2E89EC}" destId="{4823FF09-80C1-6C47-AD40-5A03FAFA1949}" srcOrd="0" destOrd="0" presId="urn:microsoft.com/office/officeart/2005/8/layout/cycle2"/>
    <dgm:cxn modelId="{00AA1763-6DA8-4ED4-9417-B8FCE9286E1F}" srcId="{4C538C97-F96E-462A-9D26-7CA11D189FAC}" destId="{ABB1CC7F-4174-41B0-A9E9-3E4B90E4AE80}" srcOrd="1" destOrd="0" parTransId="{8A1DA103-1BE7-4610-A84D-ED8B4CDDD090}" sibTransId="{34AE3107-5BD1-4468-B064-0922A7EFAECE}"/>
    <dgm:cxn modelId="{EA95A967-CB64-9F40-ABD0-B986B89A6EB9}" type="presOf" srcId="{3FE5171B-15C9-416D-85F5-2253A42E4EBE}" destId="{071A4A7B-110A-A145-B39E-BEBACA11A679}" srcOrd="1" destOrd="0" presId="urn:microsoft.com/office/officeart/2005/8/layout/cycle2"/>
    <dgm:cxn modelId="{22D40F70-5334-6143-BAFC-CD92F25CEB44}" type="presOf" srcId="{ACDFB194-9534-43AD-AB67-84CF11B67F92}" destId="{BC716044-0214-D846-A29D-37A0E24C5846}" srcOrd="1" destOrd="0" presId="urn:microsoft.com/office/officeart/2005/8/layout/cycle2"/>
    <dgm:cxn modelId="{D7BF8373-56F7-4EEE-8ACB-7EAA43FB6F81}" srcId="{4C538C97-F96E-462A-9D26-7CA11D189FAC}" destId="{EF67D292-9755-4455-9719-4B899284C3C6}" srcOrd="2" destOrd="0" parTransId="{425075BF-87F1-47A9-B96E-0F4B445B154E}" sibTransId="{ACDFB194-9534-43AD-AB67-84CF11B67F92}"/>
    <dgm:cxn modelId="{9C146F76-E30F-784E-9FA8-98D8FB7F2751}" type="presOf" srcId="{81F9228D-6968-4F45-8868-59F7B80E65FB}" destId="{C2670ECD-D4C0-5447-BA82-1C0A86CF3A47}" srcOrd="0" destOrd="0" presId="urn:microsoft.com/office/officeart/2005/8/layout/cycle2"/>
    <dgm:cxn modelId="{70446383-5D5C-6C47-B70B-0FED60178CAC}" type="presOf" srcId="{3FE5171B-15C9-416D-85F5-2253A42E4EBE}" destId="{9D15562F-09AC-A04F-BC9C-F68CD86295EA}" srcOrd="0" destOrd="0" presId="urn:microsoft.com/office/officeart/2005/8/layout/cycle2"/>
    <dgm:cxn modelId="{C919688F-8F60-AE40-9CB3-A12DEF240F46}" type="presOf" srcId="{ACDFB194-9534-43AD-AB67-84CF11B67F92}" destId="{E4CBF490-873E-5A41-A2E7-D070622AD9E8}" srcOrd="0" destOrd="0" presId="urn:microsoft.com/office/officeart/2005/8/layout/cycle2"/>
    <dgm:cxn modelId="{50B26D97-DFB9-0C48-8652-A03BEA88BE82}" type="presOf" srcId="{4C538C97-F96E-462A-9D26-7CA11D189FAC}" destId="{B55530D2-13BC-6540-93DB-B4CE72971B20}" srcOrd="0" destOrd="0" presId="urn:microsoft.com/office/officeart/2005/8/layout/cycle2"/>
    <dgm:cxn modelId="{5B8AFC99-C8D6-0F48-BA9E-31488A28739D}" type="presOf" srcId="{ABB1CC7F-4174-41B0-A9E9-3E4B90E4AE80}" destId="{E24104B6-9238-0E49-8420-E41C5D3F468C}" srcOrd="0" destOrd="0" presId="urn:microsoft.com/office/officeart/2005/8/layout/cycle2"/>
    <dgm:cxn modelId="{66BC9D9B-DE7F-4C65-AEA5-ABDEED138DA1}" srcId="{4C538C97-F96E-462A-9D26-7CA11D189FAC}" destId="{3A0FDE3F-D24D-4DCF-B17A-2B7FE7F3295B}" srcOrd="5" destOrd="0" parTransId="{2484F6DB-9D03-4CB2-A5E7-5A8C8821DFE5}" sibTransId="{7DB76AFD-9C2B-47F1-9BFE-C0E7170FEF16}"/>
    <dgm:cxn modelId="{4C0DDBAC-9F62-4246-8882-187F2BDA332B}" type="presOf" srcId="{FFD6F42A-1309-46C5-B028-16D11C0A7CEE}" destId="{71DC4CE1-331C-8949-85B7-94E1A66BDD7A}" srcOrd="1" destOrd="0" presId="urn:microsoft.com/office/officeart/2005/8/layout/cycle2"/>
    <dgm:cxn modelId="{20B0B1AD-4B19-4B81-B73D-10BB5B20BDF1}" srcId="{4C538C97-F96E-462A-9D26-7CA11D189FAC}" destId="{4057753A-5145-47B9-AAD8-DAE267951A7B}" srcOrd="4" destOrd="0" parTransId="{B20A50B6-197F-49EE-9E85-8CEEC0653519}" sibTransId="{441D3F7C-A5FA-4F82-8681-67C546E75995}"/>
    <dgm:cxn modelId="{D49F92CA-E8BB-42A6-A373-B06FCB9EE58A}" srcId="{4C538C97-F96E-462A-9D26-7CA11D189FAC}" destId="{81F9228D-6968-4F45-8868-59F7B80E65FB}" srcOrd="0" destOrd="0" parTransId="{C79D91FD-F2DB-42AC-B840-5884219E761C}" sibTransId="{3FE5171B-15C9-416D-85F5-2253A42E4EBE}"/>
    <dgm:cxn modelId="{D1BFDCD0-A371-B042-BADC-039DBF98D5E8}" type="presOf" srcId="{3A0FDE3F-D24D-4DCF-B17A-2B7FE7F3295B}" destId="{F63B4CB5-C956-2E47-ABE5-EA7C9F627A7C}" srcOrd="0" destOrd="0" presId="urn:microsoft.com/office/officeart/2005/8/layout/cycle2"/>
    <dgm:cxn modelId="{CE5CC1D7-D6AF-2B47-8893-D82FF93111FA}" type="presOf" srcId="{7DB76AFD-9C2B-47F1-9BFE-C0E7170FEF16}" destId="{618FFD90-5B6A-D940-BB2C-C10A75C1DDDC}" srcOrd="0" destOrd="0" presId="urn:microsoft.com/office/officeart/2005/8/layout/cycle2"/>
    <dgm:cxn modelId="{A06A99D9-755C-EF4D-8E7F-4B27576A24DF}" type="presOf" srcId="{FFD6F42A-1309-46C5-B028-16D11C0A7CEE}" destId="{D041DBDB-9CCE-D745-950F-FBED93130FE1}" srcOrd="0" destOrd="0" presId="urn:microsoft.com/office/officeart/2005/8/layout/cycle2"/>
    <dgm:cxn modelId="{FCF579DC-DB8B-6A41-B416-4734A7CC7E81}" type="presOf" srcId="{4057753A-5145-47B9-AAD8-DAE267951A7B}" destId="{FD4552DB-229A-C44C-8099-4FBFA28F5575}" srcOrd="0" destOrd="0" presId="urn:microsoft.com/office/officeart/2005/8/layout/cycle2"/>
    <dgm:cxn modelId="{2776ACF5-9A59-8346-A661-F551DA4401D3}" type="presOf" srcId="{EF67D292-9755-4455-9719-4B899284C3C6}" destId="{C59CA9E2-40FA-1B43-978E-F421A9A5F7F9}" srcOrd="0" destOrd="0" presId="urn:microsoft.com/office/officeart/2005/8/layout/cycle2"/>
    <dgm:cxn modelId="{AD8671DE-D45B-6A4A-9812-CF25149476DD}" type="presParOf" srcId="{B55530D2-13BC-6540-93DB-B4CE72971B20}" destId="{C2670ECD-D4C0-5447-BA82-1C0A86CF3A47}" srcOrd="0" destOrd="0" presId="urn:microsoft.com/office/officeart/2005/8/layout/cycle2"/>
    <dgm:cxn modelId="{A76C2995-F1E6-4E40-B98C-BE88EE2A2C78}" type="presParOf" srcId="{B55530D2-13BC-6540-93DB-B4CE72971B20}" destId="{9D15562F-09AC-A04F-BC9C-F68CD86295EA}" srcOrd="1" destOrd="0" presId="urn:microsoft.com/office/officeart/2005/8/layout/cycle2"/>
    <dgm:cxn modelId="{F860AA4B-F569-604E-8208-AEC9B076410E}" type="presParOf" srcId="{9D15562F-09AC-A04F-BC9C-F68CD86295EA}" destId="{071A4A7B-110A-A145-B39E-BEBACA11A679}" srcOrd="0" destOrd="0" presId="urn:microsoft.com/office/officeart/2005/8/layout/cycle2"/>
    <dgm:cxn modelId="{B2E008E6-FEAD-5147-A179-3A60910E0468}" type="presParOf" srcId="{B55530D2-13BC-6540-93DB-B4CE72971B20}" destId="{E24104B6-9238-0E49-8420-E41C5D3F468C}" srcOrd="2" destOrd="0" presId="urn:microsoft.com/office/officeart/2005/8/layout/cycle2"/>
    <dgm:cxn modelId="{9E5B8FB1-C4B6-F74F-A529-8982D23A9D00}" type="presParOf" srcId="{B55530D2-13BC-6540-93DB-B4CE72971B20}" destId="{22D7B2AB-45AE-2149-8861-00B319C44379}" srcOrd="3" destOrd="0" presId="urn:microsoft.com/office/officeart/2005/8/layout/cycle2"/>
    <dgm:cxn modelId="{C9E66C64-5F78-A54E-9D8B-F928E665017D}" type="presParOf" srcId="{22D7B2AB-45AE-2149-8861-00B319C44379}" destId="{D44BCA74-8F17-F24C-8ABB-897AC9A77770}" srcOrd="0" destOrd="0" presId="urn:microsoft.com/office/officeart/2005/8/layout/cycle2"/>
    <dgm:cxn modelId="{E880DACD-4525-704A-BA6D-4A635DA500F7}" type="presParOf" srcId="{B55530D2-13BC-6540-93DB-B4CE72971B20}" destId="{C59CA9E2-40FA-1B43-978E-F421A9A5F7F9}" srcOrd="4" destOrd="0" presId="urn:microsoft.com/office/officeart/2005/8/layout/cycle2"/>
    <dgm:cxn modelId="{87643201-60C8-C345-ABC6-ECFCC076D882}" type="presParOf" srcId="{B55530D2-13BC-6540-93DB-B4CE72971B20}" destId="{E4CBF490-873E-5A41-A2E7-D070622AD9E8}" srcOrd="5" destOrd="0" presId="urn:microsoft.com/office/officeart/2005/8/layout/cycle2"/>
    <dgm:cxn modelId="{707ABA0D-E550-384A-82D5-61ADA75989A8}" type="presParOf" srcId="{E4CBF490-873E-5A41-A2E7-D070622AD9E8}" destId="{BC716044-0214-D846-A29D-37A0E24C5846}" srcOrd="0" destOrd="0" presId="urn:microsoft.com/office/officeart/2005/8/layout/cycle2"/>
    <dgm:cxn modelId="{38E33C9F-25BE-7D47-BB6B-5885857EA311}" type="presParOf" srcId="{B55530D2-13BC-6540-93DB-B4CE72971B20}" destId="{4823FF09-80C1-6C47-AD40-5A03FAFA1949}" srcOrd="6" destOrd="0" presId="urn:microsoft.com/office/officeart/2005/8/layout/cycle2"/>
    <dgm:cxn modelId="{B4580B7B-AFB8-A24D-8979-C60A463DB231}" type="presParOf" srcId="{B55530D2-13BC-6540-93DB-B4CE72971B20}" destId="{D041DBDB-9CCE-D745-950F-FBED93130FE1}" srcOrd="7" destOrd="0" presId="urn:microsoft.com/office/officeart/2005/8/layout/cycle2"/>
    <dgm:cxn modelId="{A3135C60-7534-9D45-AA55-B411CAB169D8}" type="presParOf" srcId="{D041DBDB-9CCE-D745-950F-FBED93130FE1}" destId="{71DC4CE1-331C-8949-85B7-94E1A66BDD7A}" srcOrd="0" destOrd="0" presId="urn:microsoft.com/office/officeart/2005/8/layout/cycle2"/>
    <dgm:cxn modelId="{BB419C5E-C847-414B-97CC-C43784A26F6A}" type="presParOf" srcId="{B55530D2-13BC-6540-93DB-B4CE72971B20}" destId="{FD4552DB-229A-C44C-8099-4FBFA28F5575}" srcOrd="8" destOrd="0" presId="urn:microsoft.com/office/officeart/2005/8/layout/cycle2"/>
    <dgm:cxn modelId="{41C164DB-1341-7347-BC09-446A394781F6}" type="presParOf" srcId="{B55530D2-13BC-6540-93DB-B4CE72971B20}" destId="{97DB60B9-362C-7F41-8188-12C388DD6646}" srcOrd="9" destOrd="0" presId="urn:microsoft.com/office/officeart/2005/8/layout/cycle2"/>
    <dgm:cxn modelId="{7FCA202E-B3F2-6E47-B028-65CDB8177EA7}" type="presParOf" srcId="{97DB60B9-362C-7F41-8188-12C388DD6646}" destId="{01854312-FA5C-D644-A2FF-B3F6B7E181DB}" srcOrd="0" destOrd="0" presId="urn:microsoft.com/office/officeart/2005/8/layout/cycle2"/>
    <dgm:cxn modelId="{50D224DD-11B5-4545-88F0-31752B567AB9}" type="presParOf" srcId="{B55530D2-13BC-6540-93DB-B4CE72971B20}" destId="{F63B4CB5-C956-2E47-ABE5-EA7C9F627A7C}" srcOrd="10" destOrd="0" presId="urn:microsoft.com/office/officeart/2005/8/layout/cycle2"/>
    <dgm:cxn modelId="{C0C6F0A7-6AC4-BB42-90EF-0ECF3A15D9C8}" type="presParOf" srcId="{B55530D2-13BC-6540-93DB-B4CE72971B20}" destId="{618FFD90-5B6A-D940-BB2C-C10A75C1DDDC}" srcOrd="11" destOrd="0" presId="urn:microsoft.com/office/officeart/2005/8/layout/cycle2"/>
    <dgm:cxn modelId="{D74B7F2D-CCCB-2B45-8E4F-0388E079EDF4}" type="presParOf" srcId="{618FFD90-5B6A-D940-BB2C-C10A75C1DDDC}" destId="{844B5A02-6657-C146-B5DF-412804C2517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C538C97-F96E-462A-9D26-7CA11D189FAC}" type="doc">
      <dgm:prSet loTypeId="urn:microsoft.com/office/officeart/2005/8/layout/cycle2" loCatId="cycle" qsTypeId="urn:microsoft.com/office/officeart/2005/8/quickstyle/simple4" qsCatId="simple" csTypeId="urn:microsoft.com/office/officeart/2005/8/colors/colorful2" csCatId="colorful" phldr="1"/>
      <dgm:spPr/>
      <dgm:t>
        <a:bodyPr/>
        <a:lstStyle/>
        <a:p>
          <a:endParaRPr lang="en-US"/>
        </a:p>
      </dgm:t>
    </dgm:pt>
    <dgm:pt modelId="{81F9228D-6968-4F45-8868-59F7B80E65FB}">
      <dgm:prSet/>
      <dgm:spPr/>
      <dgm:t>
        <a:bodyPr/>
        <a:lstStyle/>
        <a:p>
          <a:pPr algn="ctr"/>
          <a:r>
            <a:rPr lang="en-US" dirty="0"/>
            <a:t>Impression   43K</a:t>
          </a:r>
        </a:p>
      </dgm:t>
    </dgm:pt>
    <dgm:pt modelId="{C79D91FD-F2DB-42AC-B840-5884219E761C}" type="parTrans" cxnId="{D49F92CA-E8BB-42A6-A373-B06FCB9EE58A}">
      <dgm:prSet/>
      <dgm:spPr/>
      <dgm:t>
        <a:bodyPr/>
        <a:lstStyle/>
        <a:p>
          <a:endParaRPr lang="en-US"/>
        </a:p>
      </dgm:t>
    </dgm:pt>
    <dgm:pt modelId="{3FE5171B-15C9-416D-85F5-2253A42E4EBE}" type="sibTrans" cxnId="{D49F92CA-E8BB-42A6-A373-B06FCB9EE58A}">
      <dgm:prSet/>
      <dgm:spPr/>
      <dgm:t>
        <a:bodyPr/>
        <a:lstStyle/>
        <a:p>
          <a:endParaRPr lang="en-US"/>
        </a:p>
      </dgm:t>
    </dgm:pt>
    <dgm:pt modelId="{ABB1CC7F-4174-41B0-A9E9-3E4B90E4AE80}">
      <dgm:prSet/>
      <dgm:spPr/>
      <dgm:t>
        <a:bodyPr/>
        <a:lstStyle/>
        <a:p>
          <a:r>
            <a:rPr lang="en-US" dirty="0"/>
            <a:t>Clicks  3.26K</a:t>
          </a:r>
        </a:p>
      </dgm:t>
    </dgm:pt>
    <dgm:pt modelId="{8A1DA103-1BE7-4610-A84D-ED8B4CDDD090}" type="parTrans" cxnId="{00AA1763-6DA8-4ED4-9417-B8FCE9286E1F}">
      <dgm:prSet/>
      <dgm:spPr/>
      <dgm:t>
        <a:bodyPr/>
        <a:lstStyle/>
        <a:p>
          <a:endParaRPr lang="en-US"/>
        </a:p>
      </dgm:t>
    </dgm:pt>
    <dgm:pt modelId="{34AE3107-5BD1-4468-B064-0922A7EFAECE}" type="sibTrans" cxnId="{00AA1763-6DA8-4ED4-9417-B8FCE9286E1F}">
      <dgm:prSet/>
      <dgm:spPr/>
      <dgm:t>
        <a:bodyPr/>
        <a:lstStyle/>
        <a:p>
          <a:endParaRPr lang="en-US"/>
        </a:p>
      </dgm:t>
    </dgm:pt>
    <dgm:pt modelId="{EF67D292-9755-4455-9719-4B899284C3C6}">
      <dgm:prSet/>
      <dgm:spPr/>
      <dgm:t>
        <a:bodyPr/>
        <a:lstStyle/>
        <a:p>
          <a:r>
            <a:rPr lang="en-US" dirty="0"/>
            <a:t>Average CPC  $0.05</a:t>
          </a:r>
        </a:p>
      </dgm:t>
    </dgm:pt>
    <dgm:pt modelId="{425075BF-87F1-47A9-B96E-0F4B445B154E}" type="parTrans" cxnId="{D7BF8373-56F7-4EEE-8ACB-7EAA43FB6F81}">
      <dgm:prSet/>
      <dgm:spPr/>
      <dgm:t>
        <a:bodyPr/>
        <a:lstStyle/>
        <a:p>
          <a:endParaRPr lang="en-US"/>
        </a:p>
      </dgm:t>
    </dgm:pt>
    <dgm:pt modelId="{ACDFB194-9534-43AD-AB67-84CF11B67F92}" type="sibTrans" cxnId="{D7BF8373-56F7-4EEE-8ACB-7EAA43FB6F81}">
      <dgm:prSet/>
      <dgm:spPr/>
      <dgm:t>
        <a:bodyPr/>
        <a:lstStyle/>
        <a:p>
          <a:endParaRPr lang="en-US"/>
        </a:p>
      </dgm:t>
    </dgm:pt>
    <dgm:pt modelId="{D5DC7DF9-1CF5-4D25-8286-6483DD2E89EC}">
      <dgm:prSet/>
      <dgm:spPr/>
      <dgm:t>
        <a:bodyPr/>
        <a:lstStyle/>
        <a:p>
          <a:r>
            <a:rPr lang="en-US" dirty="0"/>
            <a:t>Click-Through Rate (CTR)  7.58%</a:t>
          </a:r>
        </a:p>
      </dgm:t>
    </dgm:pt>
    <dgm:pt modelId="{44D52FAF-9E16-471A-9CC1-2121BB00BCB8}" type="parTrans" cxnId="{9AD76916-9E96-4793-B824-8B170D62CE53}">
      <dgm:prSet/>
      <dgm:spPr/>
      <dgm:t>
        <a:bodyPr/>
        <a:lstStyle/>
        <a:p>
          <a:endParaRPr lang="en-US"/>
        </a:p>
      </dgm:t>
    </dgm:pt>
    <dgm:pt modelId="{FFD6F42A-1309-46C5-B028-16D11C0A7CEE}" type="sibTrans" cxnId="{9AD76916-9E96-4793-B824-8B170D62CE53}">
      <dgm:prSet/>
      <dgm:spPr/>
      <dgm:t>
        <a:bodyPr/>
        <a:lstStyle/>
        <a:p>
          <a:endParaRPr lang="en-US"/>
        </a:p>
      </dgm:t>
    </dgm:pt>
    <dgm:pt modelId="{4057753A-5145-47B9-AAD8-DAE267951A7B}">
      <dgm:prSet/>
      <dgm:spPr/>
      <dgm:t>
        <a:bodyPr/>
        <a:lstStyle/>
        <a:p>
          <a:r>
            <a:rPr lang="en-US" dirty="0"/>
            <a:t>Conversion  174</a:t>
          </a:r>
        </a:p>
      </dgm:t>
    </dgm:pt>
    <dgm:pt modelId="{B20A50B6-197F-49EE-9E85-8CEEC0653519}" type="parTrans" cxnId="{20B0B1AD-4B19-4B81-B73D-10BB5B20BDF1}">
      <dgm:prSet/>
      <dgm:spPr/>
      <dgm:t>
        <a:bodyPr/>
        <a:lstStyle/>
        <a:p>
          <a:endParaRPr lang="en-US"/>
        </a:p>
      </dgm:t>
    </dgm:pt>
    <dgm:pt modelId="{441D3F7C-A5FA-4F82-8681-67C546E75995}" type="sibTrans" cxnId="{20B0B1AD-4B19-4B81-B73D-10BB5B20BDF1}">
      <dgm:prSet/>
      <dgm:spPr/>
      <dgm:t>
        <a:bodyPr/>
        <a:lstStyle/>
        <a:p>
          <a:endParaRPr lang="en-US"/>
        </a:p>
      </dgm:t>
    </dgm:pt>
    <dgm:pt modelId="{3A0FDE3F-D24D-4DCF-B17A-2B7FE7F3295B}">
      <dgm:prSet/>
      <dgm:spPr/>
      <dgm:t>
        <a:bodyPr/>
        <a:lstStyle/>
        <a:p>
          <a:r>
            <a:rPr lang="en-US" dirty="0"/>
            <a:t>Cost </a:t>
          </a:r>
          <a:br>
            <a:rPr lang="en-US" dirty="0"/>
          </a:br>
          <a:r>
            <a:rPr lang="en-US" dirty="0"/>
            <a:t> $163</a:t>
          </a:r>
        </a:p>
      </dgm:t>
    </dgm:pt>
    <dgm:pt modelId="{2484F6DB-9D03-4CB2-A5E7-5A8C8821DFE5}" type="parTrans" cxnId="{66BC9D9B-DE7F-4C65-AEA5-ABDEED138DA1}">
      <dgm:prSet/>
      <dgm:spPr/>
      <dgm:t>
        <a:bodyPr/>
        <a:lstStyle/>
        <a:p>
          <a:endParaRPr lang="en-US"/>
        </a:p>
      </dgm:t>
    </dgm:pt>
    <dgm:pt modelId="{7DB76AFD-9C2B-47F1-9BFE-C0E7170FEF16}" type="sibTrans" cxnId="{66BC9D9B-DE7F-4C65-AEA5-ABDEED138DA1}">
      <dgm:prSet/>
      <dgm:spPr/>
      <dgm:t>
        <a:bodyPr/>
        <a:lstStyle/>
        <a:p>
          <a:endParaRPr lang="en-US"/>
        </a:p>
      </dgm:t>
    </dgm:pt>
    <dgm:pt modelId="{B55530D2-13BC-6540-93DB-B4CE72971B20}" type="pres">
      <dgm:prSet presAssocID="{4C538C97-F96E-462A-9D26-7CA11D189FAC}" presName="cycle" presStyleCnt="0">
        <dgm:presLayoutVars>
          <dgm:dir/>
          <dgm:resizeHandles val="exact"/>
        </dgm:presLayoutVars>
      </dgm:prSet>
      <dgm:spPr/>
    </dgm:pt>
    <dgm:pt modelId="{C2670ECD-D4C0-5447-BA82-1C0A86CF3A47}" type="pres">
      <dgm:prSet presAssocID="{81F9228D-6968-4F45-8868-59F7B80E65FB}" presName="node" presStyleLbl="node1" presStyleIdx="0" presStyleCnt="6">
        <dgm:presLayoutVars>
          <dgm:bulletEnabled val="1"/>
        </dgm:presLayoutVars>
      </dgm:prSet>
      <dgm:spPr/>
    </dgm:pt>
    <dgm:pt modelId="{9D15562F-09AC-A04F-BC9C-F68CD86295EA}" type="pres">
      <dgm:prSet presAssocID="{3FE5171B-15C9-416D-85F5-2253A42E4EBE}" presName="sibTrans" presStyleLbl="sibTrans2D1" presStyleIdx="0" presStyleCnt="6"/>
      <dgm:spPr/>
    </dgm:pt>
    <dgm:pt modelId="{071A4A7B-110A-A145-B39E-BEBACA11A679}" type="pres">
      <dgm:prSet presAssocID="{3FE5171B-15C9-416D-85F5-2253A42E4EBE}" presName="connectorText" presStyleLbl="sibTrans2D1" presStyleIdx="0" presStyleCnt="6"/>
      <dgm:spPr/>
    </dgm:pt>
    <dgm:pt modelId="{E24104B6-9238-0E49-8420-E41C5D3F468C}" type="pres">
      <dgm:prSet presAssocID="{ABB1CC7F-4174-41B0-A9E9-3E4B90E4AE80}" presName="node" presStyleLbl="node1" presStyleIdx="1" presStyleCnt="6">
        <dgm:presLayoutVars>
          <dgm:bulletEnabled val="1"/>
        </dgm:presLayoutVars>
      </dgm:prSet>
      <dgm:spPr/>
    </dgm:pt>
    <dgm:pt modelId="{22D7B2AB-45AE-2149-8861-00B319C44379}" type="pres">
      <dgm:prSet presAssocID="{34AE3107-5BD1-4468-B064-0922A7EFAECE}" presName="sibTrans" presStyleLbl="sibTrans2D1" presStyleIdx="1" presStyleCnt="6"/>
      <dgm:spPr/>
    </dgm:pt>
    <dgm:pt modelId="{D44BCA74-8F17-F24C-8ABB-897AC9A77770}" type="pres">
      <dgm:prSet presAssocID="{34AE3107-5BD1-4468-B064-0922A7EFAECE}" presName="connectorText" presStyleLbl="sibTrans2D1" presStyleIdx="1" presStyleCnt="6"/>
      <dgm:spPr/>
    </dgm:pt>
    <dgm:pt modelId="{C59CA9E2-40FA-1B43-978E-F421A9A5F7F9}" type="pres">
      <dgm:prSet presAssocID="{EF67D292-9755-4455-9719-4B899284C3C6}" presName="node" presStyleLbl="node1" presStyleIdx="2" presStyleCnt="6">
        <dgm:presLayoutVars>
          <dgm:bulletEnabled val="1"/>
        </dgm:presLayoutVars>
      </dgm:prSet>
      <dgm:spPr/>
    </dgm:pt>
    <dgm:pt modelId="{E4CBF490-873E-5A41-A2E7-D070622AD9E8}" type="pres">
      <dgm:prSet presAssocID="{ACDFB194-9534-43AD-AB67-84CF11B67F92}" presName="sibTrans" presStyleLbl="sibTrans2D1" presStyleIdx="2" presStyleCnt="6"/>
      <dgm:spPr/>
    </dgm:pt>
    <dgm:pt modelId="{BC716044-0214-D846-A29D-37A0E24C5846}" type="pres">
      <dgm:prSet presAssocID="{ACDFB194-9534-43AD-AB67-84CF11B67F92}" presName="connectorText" presStyleLbl="sibTrans2D1" presStyleIdx="2" presStyleCnt="6"/>
      <dgm:spPr/>
    </dgm:pt>
    <dgm:pt modelId="{4823FF09-80C1-6C47-AD40-5A03FAFA1949}" type="pres">
      <dgm:prSet presAssocID="{D5DC7DF9-1CF5-4D25-8286-6483DD2E89EC}" presName="node" presStyleLbl="node1" presStyleIdx="3" presStyleCnt="6">
        <dgm:presLayoutVars>
          <dgm:bulletEnabled val="1"/>
        </dgm:presLayoutVars>
      </dgm:prSet>
      <dgm:spPr/>
    </dgm:pt>
    <dgm:pt modelId="{D041DBDB-9CCE-D745-950F-FBED93130FE1}" type="pres">
      <dgm:prSet presAssocID="{FFD6F42A-1309-46C5-B028-16D11C0A7CEE}" presName="sibTrans" presStyleLbl="sibTrans2D1" presStyleIdx="3" presStyleCnt="6"/>
      <dgm:spPr/>
    </dgm:pt>
    <dgm:pt modelId="{71DC4CE1-331C-8949-85B7-94E1A66BDD7A}" type="pres">
      <dgm:prSet presAssocID="{FFD6F42A-1309-46C5-B028-16D11C0A7CEE}" presName="connectorText" presStyleLbl="sibTrans2D1" presStyleIdx="3" presStyleCnt="6"/>
      <dgm:spPr/>
    </dgm:pt>
    <dgm:pt modelId="{FD4552DB-229A-C44C-8099-4FBFA28F5575}" type="pres">
      <dgm:prSet presAssocID="{4057753A-5145-47B9-AAD8-DAE267951A7B}" presName="node" presStyleLbl="node1" presStyleIdx="4" presStyleCnt="6">
        <dgm:presLayoutVars>
          <dgm:bulletEnabled val="1"/>
        </dgm:presLayoutVars>
      </dgm:prSet>
      <dgm:spPr/>
    </dgm:pt>
    <dgm:pt modelId="{97DB60B9-362C-7F41-8188-12C388DD6646}" type="pres">
      <dgm:prSet presAssocID="{441D3F7C-A5FA-4F82-8681-67C546E75995}" presName="sibTrans" presStyleLbl="sibTrans2D1" presStyleIdx="4" presStyleCnt="6"/>
      <dgm:spPr/>
    </dgm:pt>
    <dgm:pt modelId="{01854312-FA5C-D644-A2FF-B3F6B7E181DB}" type="pres">
      <dgm:prSet presAssocID="{441D3F7C-A5FA-4F82-8681-67C546E75995}" presName="connectorText" presStyleLbl="sibTrans2D1" presStyleIdx="4" presStyleCnt="6"/>
      <dgm:spPr/>
    </dgm:pt>
    <dgm:pt modelId="{F63B4CB5-C956-2E47-ABE5-EA7C9F627A7C}" type="pres">
      <dgm:prSet presAssocID="{3A0FDE3F-D24D-4DCF-B17A-2B7FE7F3295B}" presName="node" presStyleLbl="node1" presStyleIdx="5" presStyleCnt="6">
        <dgm:presLayoutVars>
          <dgm:bulletEnabled val="1"/>
        </dgm:presLayoutVars>
      </dgm:prSet>
      <dgm:spPr/>
    </dgm:pt>
    <dgm:pt modelId="{618FFD90-5B6A-D940-BB2C-C10A75C1DDDC}" type="pres">
      <dgm:prSet presAssocID="{7DB76AFD-9C2B-47F1-9BFE-C0E7170FEF16}" presName="sibTrans" presStyleLbl="sibTrans2D1" presStyleIdx="5" presStyleCnt="6"/>
      <dgm:spPr/>
    </dgm:pt>
    <dgm:pt modelId="{844B5A02-6657-C146-B5DF-412804C25175}" type="pres">
      <dgm:prSet presAssocID="{7DB76AFD-9C2B-47F1-9BFE-C0E7170FEF16}" presName="connectorText" presStyleLbl="sibTrans2D1" presStyleIdx="5" presStyleCnt="6"/>
      <dgm:spPr/>
    </dgm:pt>
  </dgm:ptLst>
  <dgm:cxnLst>
    <dgm:cxn modelId="{7A0BD000-6A0B-4A44-A6C1-3E289840626E}" type="presOf" srcId="{441D3F7C-A5FA-4F82-8681-67C546E75995}" destId="{97DB60B9-362C-7F41-8188-12C388DD6646}" srcOrd="0" destOrd="0" presId="urn:microsoft.com/office/officeart/2005/8/layout/cycle2"/>
    <dgm:cxn modelId="{046D8406-2867-EE47-B881-31694CA4F8DB}" type="presOf" srcId="{ACDFB194-9534-43AD-AB67-84CF11B67F92}" destId="{E4CBF490-873E-5A41-A2E7-D070622AD9E8}" srcOrd="0" destOrd="0" presId="urn:microsoft.com/office/officeart/2005/8/layout/cycle2"/>
    <dgm:cxn modelId="{8D153515-AB54-4143-8DE3-34194C770377}" type="presOf" srcId="{441D3F7C-A5FA-4F82-8681-67C546E75995}" destId="{01854312-FA5C-D644-A2FF-B3F6B7E181DB}" srcOrd="1" destOrd="0" presId="urn:microsoft.com/office/officeart/2005/8/layout/cycle2"/>
    <dgm:cxn modelId="{9AD76916-9E96-4793-B824-8B170D62CE53}" srcId="{4C538C97-F96E-462A-9D26-7CA11D189FAC}" destId="{D5DC7DF9-1CF5-4D25-8286-6483DD2E89EC}" srcOrd="3" destOrd="0" parTransId="{44D52FAF-9E16-471A-9CC1-2121BB00BCB8}" sibTransId="{FFD6F42A-1309-46C5-B028-16D11C0A7CEE}"/>
    <dgm:cxn modelId="{9D84F919-83E0-814E-9298-8B989CC41495}" type="presOf" srcId="{D5DC7DF9-1CF5-4D25-8286-6483DD2E89EC}" destId="{4823FF09-80C1-6C47-AD40-5A03FAFA1949}" srcOrd="0" destOrd="0" presId="urn:microsoft.com/office/officeart/2005/8/layout/cycle2"/>
    <dgm:cxn modelId="{710CEC35-D379-E146-97F4-952778E0773A}" type="presOf" srcId="{FFD6F42A-1309-46C5-B028-16D11C0A7CEE}" destId="{71DC4CE1-331C-8949-85B7-94E1A66BDD7A}" srcOrd="1" destOrd="0" presId="urn:microsoft.com/office/officeart/2005/8/layout/cycle2"/>
    <dgm:cxn modelId="{289ED043-D862-F545-8AD8-2EA518692CEF}" type="presOf" srcId="{EF67D292-9755-4455-9719-4B899284C3C6}" destId="{C59CA9E2-40FA-1B43-978E-F421A9A5F7F9}" srcOrd="0" destOrd="0" presId="urn:microsoft.com/office/officeart/2005/8/layout/cycle2"/>
    <dgm:cxn modelId="{67340963-4C7B-EF4A-A83A-3BE5FEEDE2C7}" type="presOf" srcId="{34AE3107-5BD1-4468-B064-0922A7EFAECE}" destId="{22D7B2AB-45AE-2149-8861-00B319C44379}" srcOrd="0" destOrd="0" presId="urn:microsoft.com/office/officeart/2005/8/layout/cycle2"/>
    <dgm:cxn modelId="{00AA1763-6DA8-4ED4-9417-B8FCE9286E1F}" srcId="{4C538C97-F96E-462A-9D26-7CA11D189FAC}" destId="{ABB1CC7F-4174-41B0-A9E9-3E4B90E4AE80}" srcOrd="1" destOrd="0" parTransId="{8A1DA103-1BE7-4610-A84D-ED8B4CDDD090}" sibTransId="{34AE3107-5BD1-4468-B064-0922A7EFAECE}"/>
    <dgm:cxn modelId="{D7BF8373-56F7-4EEE-8ACB-7EAA43FB6F81}" srcId="{4C538C97-F96E-462A-9D26-7CA11D189FAC}" destId="{EF67D292-9755-4455-9719-4B899284C3C6}" srcOrd="2" destOrd="0" parTransId="{425075BF-87F1-47A9-B96E-0F4B445B154E}" sibTransId="{ACDFB194-9534-43AD-AB67-84CF11B67F92}"/>
    <dgm:cxn modelId="{A3766574-56DF-D741-A151-04CB641EF441}" type="presOf" srcId="{4C538C97-F96E-462A-9D26-7CA11D189FAC}" destId="{B55530D2-13BC-6540-93DB-B4CE72971B20}" srcOrd="0" destOrd="0" presId="urn:microsoft.com/office/officeart/2005/8/layout/cycle2"/>
    <dgm:cxn modelId="{DD4AD898-BEE3-AE49-B2D2-03B0F0390677}" type="presOf" srcId="{FFD6F42A-1309-46C5-B028-16D11C0A7CEE}" destId="{D041DBDB-9CCE-D745-950F-FBED93130FE1}" srcOrd="0" destOrd="0" presId="urn:microsoft.com/office/officeart/2005/8/layout/cycle2"/>
    <dgm:cxn modelId="{66BC9D9B-DE7F-4C65-AEA5-ABDEED138DA1}" srcId="{4C538C97-F96E-462A-9D26-7CA11D189FAC}" destId="{3A0FDE3F-D24D-4DCF-B17A-2B7FE7F3295B}" srcOrd="5" destOrd="0" parTransId="{2484F6DB-9D03-4CB2-A5E7-5A8C8821DFE5}" sibTransId="{7DB76AFD-9C2B-47F1-9BFE-C0E7170FEF16}"/>
    <dgm:cxn modelId="{C2878D9D-26C2-8843-A785-9F5293818E77}" type="presOf" srcId="{7DB76AFD-9C2B-47F1-9BFE-C0E7170FEF16}" destId="{844B5A02-6657-C146-B5DF-412804C25175}" srcOrd="1" destOrd="0" presId="urn:microsoft.com/office/officeart/2005/8/layout/cycle2"/>
    <dgm:cxn modelId="{6557EAA1-8561-4C41-B1BD-EE09A495274A}" type="presOf" srcId="{3FE5171B-15C9-416D-85F5-2253A42E4EBE}" destId="{071A4A7B-110A-A145-B39E-BEBACA11A679}" srcOrd="1" destOrd="0" presId="urn:microsoft.com/office/officeart/2005/8/layout/cycle2"/>
    <dgm:cxn modelId="{C4A3FFA5-6324-B743-A7A9-CF20620E00AD}" type="presOf" srcId="{7DB76AFD-9C2B-47F1-9BFE-C0E7170FEF16}" destId="{618FFD90-5B6A-D940-BB2C-C10A75C1DDDC}" srcOrd="0" destOrd="0" presId="urn:microsoft.com/office/officeart/2005/8/layout/cycle2"/>
    <dgm:cxn modelId="{50AA8CAA-5FC7-2B40-9BC4-112276B8E67F}" type="presOf" srcId="{ABB1CC7F-4174-41B0-A9E9-3E4B90E4AE80}" destId="{E24104B6-9238-0E49-8420-E41C5D3F468C}" srcOrd="0" destOrd="0" presId="urn:microsoft.com/office/officeart/2005/8/layout/cycle2"/>
    <dgm:cxn modelId="{20B0B1AD-4B19-4B81-B73D-10BB5B20BDF1}" srcId="{4C538C97-F96E-462A-9D26-7CA11D189FAC}" destId="{4057753A-5145-47B9-AAD8-DAE267951A7B}" srcOrd="4" destOrd="0" parTransId="{B20A50B6-197F-49EE-9E85-8CEEC0653519}" sibTransId="{441D3F7C-A5FA-4F82-8681-67C546E75995}"/>
    <dgm:cxn modelId="{4AA55BAF-CBDD-724D-A3CA-6C27FE1C96B2}" type="presOf" srcId="{81F9228D-6968-4F45-8868-59F7B80E65FB}" destId="{C2670ECD-D4C0-5447-BA82-1C0A86CF3A47}" srcOrd="0" destOrd="0" presId="urn:microsoft.com/office/officeart/2005/8/layout/cycle2"/>
    <dgm:cxn modelId="{A57E1FB1-592F-9247-9B21-597357480D76}" type="presOf" srcId="{4057753A-5145-47B9-AAD8-DAE267951A7B}" destId="{FD4552DB-229A-C44C-8099-4FBFA28F5575}" srcOrd="0" destOrd="0" presId="urn:microsoft.com/office/officeart/2005/8/layout/cycle2"/>
    <dgm:cxn modelId="{802CBFC7-177F-5C4A-AFBD-CDADCDA86959}" type="presOf" srcId="{3FE5171B-15C9-416D-85F5-2253A42E4EBE}" destId="{9D15562F-09AC-A04F-BC9C-F68CD86295EA}" srcOrd="0" destOrd="0" presId="urn:microsoft.com/office/officeart/2005/8/layout/cycle2"/>
    <dgm:cxn modelId="{D49F92CA-E8BB-42A6-A373-B06FCB9EE58A}" srcId="{4C538C97-F96E-462A-9D26-7CA11D189FAC}" destId="{81F9228D-6968-4F45-8868-59F7B80E65FB}" srcOrd="0" destOrd="0" parTransId="{C79D91FD-F2DB-42AC-B840-5884219E761C}" sibTransId="{3FE5171B-15C9-416D-85F5-2253A42E4EBE}"/>
    <dgm:cxn modelId="{541E58D9-C305-494F-90BF-36E3A1C5D21D}" type="presOf" srcId="{3A0FDE3F-D24D-4DCF-B17A-2B7FE7F3295B}" destId="{F63B4CB5-C956-2E47-ABE5-EA7C9F627A7C}" srcOrd="0" destOrd="0" presId="urn:microsoft.com/office/officeart/2005/8/layout/cycle2"/>
    <dgm:cxn modelId="{3A0B89F3-5780-0D49-9E47-3F2A7B3BF5A2}" type="presOf" srcId="{34AE3107-5BD1-4468-B064-0922A7EFAECE}" destId="{D44BCA74-8F17-F24C-8ABB-897AC9A77770}" srcOrd="1" destOrd="0" presId="urn:microsoft.com/office/officeart/2005/8/layout/cycle2"/>
    <dgm:cxn modelId="{DF827AFD-292A-3946-8520-61A998155164}" type="presOf" srcId="{ACDFB194-9534-43AD-AB67-84CF11B67F92}" destId="{BC716044-0214-D846-A29D-37A0E24C5846}" srcOrd="1" destOrd="0" presId="urn:microsoft.com/office/officeart/2005/8/layout/cycle2"/>
    <dgm:cxn modelId="{6B12D8AA-F55A-494F-8CBE-5BA7FADD1B94}" type="presParOf" srcId="{B55530D2-13BC-6540-93DB-B4CE72971B20}" destId="{C2670ECD-D4C0-5447-BA82-1C0A86CF3A47}" srcOrd="0" destOrd="0" presId="urn:microsoft.com/office/officeart/2005/8/layout/cycle2"/>
    <dgm:cxn modelId="{FB7BC057-EF3F-CD4B-84C4-4EDCAD638700}" type="presParOf" srcId="{B55530D2-13BC-6540-93DB-B4CE72971B20}" destId="{9D15562F-09AC-A04F-BC9C-F68CD86295EA}" srcOrd="1" destOrd="0" presId="urn:microsoft.com/office/officeart/2005/8/layout/cycle2"/>
    <dgm:cxn modelId="{F68E04B1-E4AD-D145-AD2F-078BCB3BC9A5}" type="presParOf" srcId="{9D15562F-09AC-A04F-BC9C-F68CD86295EA}" destId="{071A4A7B-110A-A145-B39E-BEBACA11A679}" srcOrd="0" destOrd="0" presId="urn:microsoft.com/office/officeart/2005/8/layout/cycle2"/>
    <dgm:cxn modelId="{51740D3A-77F5-D746-B639-2184F07AB7DD}" type="presParOf" srcId="{B55530D2-13BC-6540-93DB-B4CE72971B20}" destId="{E24104B6-9238-0E49-8420-E41C5D3F468C}" srcOrd="2" destOrd="0" presId="urn:microsoft.com/office/officeart/2005/8/layout/cycle2"/>
    <dgm:cxn modelId="{FFD332C1-00BF-B041-AA93-17A0EF7A5EC5}" type="presParOf" srcId="{B55530D2-13BC-6540-93DB-B4CE72971B20}" destId="{22D7B2AB-45AE-2149-8861-00B319C44379}" srcOrd="3" destOrd="0" presId="urn:microsoft.com/office/officeart/2005/8/layout/cycle2"/>
    <dgm:cxn modelId="{D24C6CB1-6987-BF45-9D7E-93E72B6FEFAA}" type="presParOf" srcId="{22D7B2AB-45AE-2149-8861-00B319C44379}" destId="{D44BCA74-8F17-F24C-8ABB-897AC9A77770}" srcOrd="0" destOrd="0" presId="urn:microsoft.com/office/officeart/2005/8/layout/cycle2"/>
    <dgm:cxn modelId="{FD074610-DD71-354A-BB7E-524D9604D7EE}" type="presParOf" srcId="{B55530D2-13BC-6540-93DB-B4CE72971B20}" destId="{C59CA9E2-40FA-1B43-978E-F421A9A5F7F9}" srcOrd="4" destOrd="0" presId="urn:microsoft.com/office/officeart/2005/8/layout/cycle2"/>
    <dgm:cxn modelId="{DCA1627E-A6AF-1543-B66B-8E3660032494}" type="presParOf" srcId="{B55530D2-13BC-6540-93DB-B4CE72971B20}" destId="{E4CBF490-873E-5A41-A2E7-D070622AD9E8}" srcOrd="5" destOrd="0" presId="urn:microsoft.com/office/officeart/2005/8/layout/cycle2"/>
    <dgm:cxn modelId="{3C11942E-9064-4E4D-8039-E1EA59FB5673}" type="presParOf" srcId="{E4CBF490-873E-5A41-A2E7-D070622AD9E8}" destId="{BC716044-0214-D846-A29D-37A0E24C5846}" srcOrd="0" destOrd="0" presId="urn:microsoft.com/office/officeart/2005/8/layout/cycle2"/>
    <dgm:cxn modelId="{BA19F75E-D428-4049-9693-CD4003140FAA}" type="presParOf" srcId="{B55530D2-13BC-6540-93DB-B4CE72971B20}" destId="{4823FF09-80C1-6C47-AD40-5A03FAFA1949}" srcOrd="6" destOrd="0" presId="urn:microsoft.com/office/officeart/2005/8/layout/cycle2"/>
    <dgm:cxn modelId="{254F8C73-7CFB-044D-97C0-000F81EE48EF}" type="presParOf" srcId="{B55530D2-13BC-6540-93DB-B4CE72971B20}" destId="{D041DBDB-9CCE-D745-950F-FBED93130FE1}" srcOrd="7" destOrd="0" presId="urn:microsoft.com/office/officeart/2005/8/layout/cycle2"/>
    <dgm:cxn modelId="{80868381-8194-E747-ACEE-7C334BD2DD27}" type="presParOf" srcId="{D041DBDB-9CCE-D745-950F-FBED93130FE1}" destId="{71DC4CE1-331C-8949-85B7-94E1A66BDD7A}" srcOrd="0" destOrd="0" presId="urn:microsoft.com/office/officeart/2005/8/layout/cycle2"/>
    <dgm:cxn modelId="{9ECB3273-642E-B74D-87A7-F077597456B2}" type="presParOf" srcId="{B55530D2-13BC-6540-93DB-B4CE72971B20}" destId="{FD4552DB-229A-C44C-8099-4FBFA28F5575}" srcOrd="8" destOrd="0" presId="urn:microsoft.com/office/officeart/2005/8/layout/cycle2"/>
    <dgm:cxn modelId="{BB1C2EF3-1C5E-BF46-8B33-6AE8B587B24A}" type="presParOf" srcId="{B55530D2-13BC-6540-93DB-B4CE72971B20}" destId="{97DB60B9-362C-7F41-8188-12C388DD6646}" srcOrd="9" destOrd="0" presId="urn:microsoft.com/office/officeart/2005/8/layout/cycle2"/>
    <dgm:cxn modelId="{78770374-8F8C-044B-B424-8D681AC6544B}" type="presParOf" srcId="{97DB60B9-362C-7F41-8188-12C388DD6646}" destId="{01854312-FA5C-D644-A2FF-B3F6B7E181DB}" srcOrd="0" destOrd="0" presId="urn:microsoft.com/office/officeart/2005/8/layout/cycle2"/>
    <dgm:cxn modelId="{830DEF4C-AF6E-1E41-91B7-5D5537BC14DE}" type="presParOf" srcId="{B55530D2-13BC-6540-93DB-B4CE72971B20}" destId="{F63B4CB5-C956-2E47-ABE5-EA7C9F627A7C}" srcOrd="10" destOrd="0" presId="urn:microsoft.com/office/officeart/2005/8/layout/cycle2"/>
    <dgm:cxn modelId="{0A0ED084-B728-2C44-8913-10B97B7F8797}" type="presParOf" srcId="{B55530D2-13BC-6540-93DB-B4CE72971B20}" destId="{618FFD90-5B6A-D940-BB2C-C10A75C1DDDC}" srcOrd="11" destOrd="0" presId="urn:microsoft.com/office/officeart/2005/8/layout/cycle2"/>
    <dgm:cxn modelId="{03FE93B3-C250-6A4B-A5EE-5A3C78AE43E3}" type="presParOf" srcId="{618FFD90-5B6A-D940-BB2C-C10A75C1DDDC}" destId="{844B5A02-6657-C146-B5DF-412804C25175}" srcOrd="0" destOrd="0" presId="urn:microsoft.com/office/officeart/2005/8/layout/cycle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E85D24A-9EDA-4648-B1E9-E784421363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41BBFF1-E08B-4919-87FE-B3E3F18F56F5}">
      <dgm:prSet/>
      <dgm:spPr/>
      <dgm:t>
        <a:bodyPr/>
        <a:lstStyle/>
        <a:p>
          <a:r>
            <a:rPr lang="en-US" dirty="0"/>
            <a:t>Performance Patterns: </a:t>
          </a:r>
        </a:p>
      </dgm:t>
    </dgm:pt>
    <dgm:pt modelId="{38BA8C73-9B64-4E7D-A913-7CF0AC743F98}" type="parTrans" cxnId="{E6A2A2CE-948C-4573-B159-2B603A694BC2}">
      <dgm:prSet/>
      <dgm:spPr/>
      <dgm:t>
        <a:bodyPr/>
        <a:lstStyle/>
        <a:p>
          <a:endParaRPr lang="en-US"/>
        </a:p>
      </dgm:t>
    </dgm:pt>
    <dgm:pt modelId="{66BF1F94-68FD-43C6-BEE6-CFE114360F39}" type="sibTrans" cxnId="{E6A2A2CE-948C-4573-B159-2B603A694BC2}">
      <dgm:prSet/>
      <dgm:spPr/>
      <dgm:t>
        <a:bodyPr/>
        <a:lstStyle/>
        <a:p>
          <a:endParaRPr lang="en-US"/>
        </a:p>
      </dgm:t>
    </dgm:pt>
    <dgm:pt modelId="{CA95C173-8DE4-4EB5-A488-4BF90D4DF415}">
      <dgm:prSet/>
      <dgm:spPr/>
      <dgm:t>
        <a:bodyPr/>
        <a:lstStyle/>
        <a:p>
          <a:r>
            <a:rPr lang="en-US" dirty="0"/>
            <a:t>• Darker spots indicate increased activity. </a:t>
          </a:r>
        </a:p>
      </dgm:t>
    </dgm:pt>
    <dgm:pt modelId="{E16A9B26-8C65-4C57-8B6E-97C39A6B7B1A}" type="parTrans" cxnId="{747D10C9-B87C-42A4-BEC1-909EB875073C}">
      <dgm:prSet/>
      <dgm:spPr/>
      <dgm:t>
        <a:bodyPr/>
        <a:lstStyle/>
        <a:p>
          <a:endParaRPr lang="en-US"/>
        </a:p>
      </dgm:t>
    </dgm:pt>
    <dgm:pt modelId="{476113E6-FD76-46A0-BA4A-C372F4684B7F}" type="sibTrans" cxnId="{747D10C9-B87C-42A4-BEC1-909EB875073C}">
      <dgm:prSet/>
      <dgm:spPr/>
      <dgm:t>
        <a:bodyPr/>
        <a:lstStyle/>
        <a:p>
          <a:endParaRPr lang="en-US"/>
        </a:p>
      </dgm:t>
    </dgm:pt>
    <dgm:pt modelId="{83552BEE-B6B3-40D8-B6D7-57012AB9DCE5}">
      <dgm:prSet/>
      <dgm:spPr/>
      <dgm:t>
        <a:bodyPr/>
        <a:lstStyle/>
        <a:p>
          <a:r>
            <a:rPr lang="en-US" dirty="0"/>
            <a:t>• Peak activity occurs throughout lunchtime and early morning.</a:t>
          </a:r>
        </a:p>
      </dgm:t>
    </dgm:pt>
    <dgm:pt modelId="{F8F22509-0A40-4562-8EA1-D80E09CBAEDE}" type="parTrans" cxnId="{F89BAF06-9866-4397-803B-62D61248FE9F}">
      <dgm:prSet/>
      <dgm:spPr/>
      <dgm:t>
        <a:bodyPr/>
        <a:lstStyle/>
        <a:p>
          <a:endParaRPr lang="en-US"/>
        </a:p>
      </dgm:t>
    </dgm:pt>
    <dgm:pt modelId="{2A314590-858F-4D84-9913-8BB3242C7E76}" type="sibTrans" cxnId="{F89BAF06-9866-4397-803B-62D61248FE9F}">
      <dgm:prSet/>
      <dgm:spPr/>
      <dgm:t>
        <a:bodyPr/>
        <a:lstStyle/>
        <a:p>
          <a:endParaRPr lang="en-US"/>
        </a:p>
      </dgm:t>
    </dgm:pt>
    <dgm:pt modelId="{11627C83-6689-45AB-B250-65D50A0671B4}">
      <dgm:prSet/>
      <dgm:spPr/>
      <dgm:t>
        <a:bodyPr/>
        <a:lstStyle/>
        <a:p>
          <a:r>
            <a:rPr lang="en-US"/>
            <a:t>Day-specific insights: </a:t>
          </a:r>
        </a:p>
      </dgm:t>
    </dgm:pt>
    <dgm:pt modelId="{F92DF6AE-1239-448A-B1D5-471402221B0C}" type="parTrans" cxnId="{E1E00C14-EA88-4881-821A-9C8605F7F2F5}">
      <dgm:prSet/>
      <dgm:spPr/>
      <dgm:t>
        <a:bodyPr/>
        <a:lstStyle/>
        <a:p>
          <a:endParaRPr lang="en-US"/>
        </a:p>
      </dgm:t>
    </dgm:pt>
    <dgm:pt modelId="{5E680589-D315-41D1-9555-9F5EEB03C7D2}" type="sibTrans" cxnId="{E1E00C14-EA88-4881-821A-9C8605F7F2F5}">
      <dgm:prSet/>
      <dgm:spPr/>
      <dgm:t>
        <a:bodyPr/>
        <a:lstStyle/>
        <a:p>
          <a:endParaRPr lang="en-US"/>
        </a:p>
      </dgm:t>
    </dgm:pt>
    <dgm:pt modelId="{AE3BB418-096E-461C-8DC0-598DFFF8362A}">
      <dgm:prSet/>
      <dgm:spPr/>
      <dgm:t>
        <a:bodyPr/>
        <a:lstStyle/>
        <a:p>
          <a:r>
            <a:rPr lang="en-US"/>
            <a:t>• Wednesdays and Thursdays have higher performance.</a:t>
          </a:r>
        </a:p>
      </dgm:t>
    </dgm:pt>
    <dgm:pt modelId="{3E346221-F71C-4691-BB8E-41281F9A1C65}" type="parTrans" cxnId="{5F773197-2EE4-4AB4-9B24-0DB8B4A3E7EA}">
      <dgm:prSet/>
      <dgm:spPr/>
      <dgm:t>
        <a:bodyPr/>
        <a:lstStyle/>
        <a:p>
          <a:endParaRPr lang="en-US"/>
        </a:p>
      </dgm:t>
    </dgm:pt>
    <dgm:pt modelId="{EC7F278B-5733-494F-9943-AE6AD4C3F270}" type="sibTrans" cxnId="{5F773197-2EE4-4AB4-9B24-0DB8B4A3E7EA}">
      <dgm:prSet/>
      <dgm:spPr/>
      <dgm:t>
        <a:bodyPr/>
        <a:lstStyle/>
        <a:p>
          <a:endParaRPr lang="en-US"/>
        </a:p>
      </dgm:t>
    </dgm:pt>
    <dgm:pt modelId="{4D945040-6CE9-4B3E-9651-663C810D7539}">
      <dgm:prSet/>
      <dgm:spPr/>
      <dgm:t>
        <a:bodyPr/>
        <a:lstStyle/>
        <a:p>
          <a:r>
            <a:rPr lang="en-US"/>
            <a:t>• Weekend performance tends to be lower or scattered.</a:t>
          </a:r>
        </a:p>
      </dgm:t>
    </dgm:pt>
    <dgm:pt modelId="{252D99E7-9550-4265-9DF5-F0C71507ED3D}" type="parTrans" cxnId="{8266B9AB-1BA3-4F04-9895-7EF3C072C935}">
      <dgm:prSet/>
      <dgm:spPr/>
      <dgm:t>
        <a:bodyPr/>
        <a:lstStyle/>
        <a:p>
          <a:endParaRPr lang="en-US"/>
        </a:p>
      </dgm:t>
    </dgm:pt>
    <dgm:pt modelId="{99CB34D0-24E3-4D4A-8A69-E1D2D6C424D5}" type="sibTrans" cxnId="{8266B9AB-1BA3-4F04-9895-7EF3C072C935}">
      <dgm:prSet/>
      <dgm:spPr/>
      <dgm:t>
        <a:bodyPr/>
        <a:lstStyle/>
        <a:p>
          <a:endParaRPr lang="en-US"/>
        </a:p>
      </dgm:t>
    </dgm:pt>
    <dgm:pt modelId="{F2FABAC4-0962-4F42-A344-5DAAF8C43797}">
      <dgm:prSet/>
      <dgm:spPr/>
      <dgm:t>
        <a:bodyPr/>
        <a:lstStyle/>
        <a:p>
          <a:r>
            <a:rPr lang="en-US"/>
            <a:t>Time-specific trends: </a:t>
          </a:r>
        </a:p>
      </dgm:t>
    </dgm:pt>
    <dgm:pt modelId="{78CDB5BF-D453-468B-AC00-3B7FA120EF49}" type="parTrans" cxnId="{9698F04D-AE45-4753-BDA5-E2BE5DA1E307}">
      <dgm:prSet/>
      <dgm:spPr/>
      <dgm:t>
        <a:bodyPr/>
        <a:lstStyle/>
        <a:p>
          <a:endParaRPr lang="en-US"/>
        </a:p>
      </dgm:t>
    </dgm:pt>
    <dgm:pt modelId="{A4AA2EED-19E4-45E4-A3A7-FC853DCD55CC}" type="sibTrans" cxnId="{9698F04D-AE45-4753-BDA5-E2BE5DA1E307}">
      <dgm:prSet/>
      <dgm:spPr/>
      <dgm:t>
        <a:bodyPr/>
        <a:lstStyle/>
        <a:p>
          <a:endParaRPr lang="en-US"/>
        </a:p>
      </dgm:t>
    </dgm:pt>
    <dgm:pt modelId="{9F9ADA06-8E45-4A96-A720-2C53DD3E85EE}">
      <dgm:prSet/>
      <dgm:spPr/>
      <dgm:t>
        <a:bodyPr/>
        <a:lstStyle/>
        <a:p>
          <a:r>
            <a:rPr lang="en-US"/>
            <a:t>• Peak activity occurs between 6 AM and 12 PM. </a:t>
          </a:r>
        </a:p>
      </dgm:t>
    </dgm:pt>
    <dgm:pt modelId="{ECB274E1-24E6-4756-929A-D0F06F05FC8C}" type="parTrans" cxnId="{4F96563C-7974-4B16-ACA8-79DED54E13D0}">
      <dgm:prSet/>
      <dgm:spPr/>
      <dgm:t>
        <a:bodyPr/>
        <a:lstStyle/>
        <a:p>
          <a:endParaRPr lang="en-US"/>
        </a:p>
      </dgm:t>
    </dgm:pt>
    <dgm:pt modelId="{0B55F8CC-E17D-491E-9D0B-AC5E6CE962C7}" type="sibTrans" cxnId="{4F96563C-7974-4B16-ACA8-79DED54E13D0}">
      <dgm:prSet/>
      <dgm:spPr/>
      <dgm:t>
        <a:bodyPr/>
        <a:lstStyle/>
        <a:p>
          <a:endParaRPr lang="en-US"/>
        </a:p>
      </dgm:t>
    </dgm:pt>
    <dgm:pt modelId="{B976F4F6-241B-4B7D-9078-6D76FD2C4240}">
      <dgm:prSet/>
      <dgm:spPr/>
      <dgm:t>
        <a:bodyPr/>
        <a:lstStyle/>
        <a:p>
          <a:r>
            <a:rPr lang="en-US"/>
            <a:t>• Evening hours exhibit low activity.</a:t>
          </a:r>
        </a:p>
      </dgm:t>
    </dgm:pt>
    <dgm:pt modelId="{67714571-1C76-47D2-887B-91D90501F38D}" type="parTrans" cxnId="{2CF9F55F-6AE1-4EA9-A6E5-022C2E0C3540}">
      <dgm:prSet/>
      <dgm:spPr/>
      <dgm:t>
        <a:bodyPr/>
        <a:lstStyle/>
        <a:p>
          <a:endParaRPr lang="en-US"/>
        </a:p>
      </dgm:t>
    </dgm:pt>
    <dgm:pt modelId="{71237F68-8DC1-4432-94EF-5624688C6754}" type="sibTrans" cxnId="{2CF9F55F-6AE1-4EA9-A6E5-022C2E0C3540}">
      <dgm:prSet/>
      <dgm:spPr/>
      <dgm:t>
        <a:bodyPr/>
        <a:lstStyle/>
        <a:p>
          <a:endParaRPr lang="en-US"/>
        </a:p>
      </dgm:t>
    </dgm:pt>
    <dgm:pt modelId="{C630523D-16B3-044D-B983-43E6C40ED2F5}" type="pres">
      <dgm:prSet presAssocID="{BE85D24A-9EDA-4648-B1E9-E784421363F6}" presName="linear" presStyleCnt="0">
        <dgm:presLayoutVars>
          <dgm:animLvl val="lvl"/>
          <dgm:resizeHandles val="exact"/>
        </dgm:presLayoutVars>
      </dgm:prSet>
      <dgm:spPr/>
    </dgm:pt>
    <dgm:pt modelId="{6CD82D32-70FD-C24D-AE78-D7AD8C1E121A}" type="pres">
      <dgm:prSet presAssocID="{841BBFF1-E08B-4919-87FE-B3E3F18F56F5}" presName="parentText" presStyleLbl="node1" presStyleIdx="0" presStyleCnt="9">
        <dgm:presLayoutVars>
          <dgm:chMax val="0"/>
          <dgm:bulletEnabled val="1"/>
        </dgm:presLayoutVars>
      </dgm:prSet>
      <dgm:spPr/>
    </dgm:pt>
    <dgm:pt modelId="{77AD54FD-2B06-A24F-AADD-C344200E131F}" type="pres">
      <dgm:prSet presAssocID="{66BF1F94-68FD-43C6-BEE6-CFE114360F39}" presName="spacer" presStyleCnt="0"/>
      <dgm:spPr/>
    </dgm:pt>
    <dgm:pt modelId="{007D3290-79A9-CB47-926A-2D71CBBC4457}" type="pres">
      <dgm:prSet presAssocID="{CA95C173-8DE4-4EB5-A488-4BF90D4DF415}" presName="parentText" presStyleLbl="node1" presStyleIdx="1" presStyleCnt="9">
        <dgm:presLayoutVars>
          <dgm:chMax val="0"/>
          <dgm:bulletEnabled val="1"/>
        </dgm:presLayoutVars>
      </dgm:prSet>
      <dgm:spPr/>
    </dgm:pt>
    <dgm:pt modelId="{3F62305A-0E36-F545-BED2-57D450F98DD8}" type="pres">
      <dgm:prSet presAssocID="{476113E6-FD76-46A0-BA4A-C372F4684B7F}" presName="spacer" presStyleCnt="0"/>
      <dgm:spPr/>
    </dgm:pt>
    <dgm:pt modelId="{50C3B932-30AA-F842-B43E-1DF482AF3708}" type="pres">
      <dgm:prSet presAssocID="{83552BEE-B6B3-40D8-B6D7-57012AB9DCE5}" presName="parentText" presStyleLbl="node1" presStyleIdx="2" presStyleCnt="9">
        <dgm:presLayoutVars>
          <dgm:chMax val="0"/>
          <dgm:bulletEnabled val="1"/>
        </dgm:presLayoutVars>
      </dgm:prSet>
      <dgm:spPr/>
    </dgm:pt>
    <dgm:pt modelId="{FC6529F7-6753-2C40-BAB8-722F2214CD04}" type="pres">
      <dgm:prSet presAssocID="{2A314590-858F-4D84-9913-8BB3242C7E76}" presName="spacer" presStyleCnt="0"/>
      <dgm:spPr/>
    </dgm:pt>
    <dgm:pt modelId="{CEC2F1C5-F470-6948-8CC1-BB63C4DFB2E4}" type="pres">
      <dgm:prSet presAssocID="{11627C83-6689-45AB-B250-65D50A0671B4}" presName="parentText" presStyleLbl="node1" presStyleIdx="3" presStyleCnt="9">
        <dgm:presLayoutVars>
          <dgm:chMax val="0"/>
          <dgm:bulletEnabled val="1"/>
        </dgm:presLayoutVars>
      </dgm:prSet>
      <dgm:spPr/>
    </dgm:pt>
    <dgm:pt modelId="{FC9182D9-5DBF-BB42-94DC-E1532C54CF26}" type="pres">
      <dgm:prSet presAssocID="{5E680589-D315-41D1-9555-9F5EEB03C7D2}" presName="spacer" presStyleCnt="0"/>
      <dgm:spPr/>
    </dgm:pt>
    <dgm:pt modelId="{9C738C73-5726-C042-B5A0-EFA48699DA80}" type="pres">
      <dgm:prSet presAssocID="{AE3BB418-096E-461C-8DC0-598DFFF8362A}" presName="parentText" presStyleLbl="node1" presStyleIdx="4" presStyleCnt="9">
        <dgm:presLayoutVars>
          <dgm:chMax val="0"/>
          <dgm:bulletEnabled val="1"/>
        </dgm:presLayoutVars>
      </dgm:prSet>
      <dgm:spPr/>
    </dgm:pt>
    <dgm:pt modelId="{9349ECE0-F271-474A-9CA9-8A8773C963AB}" type="pres">
      <dgm:prSet presAssocID="{EC7F278B-5733-494F-9943-AE6AD4C3F270}" presName="spacer" presStyleCnt="0"/>
      <dgm:spPr/>
    </dgm:pt>
    <dgm:pt modelId="{0D0E9928-66E0-2945-B46E-AE23FA063BE7}" type="pres">
      <dgm:prSet presAssocID="{4D945040-6CE9-4B3E-9651-663C810D7539}" presName="parentText" presStyleLbl="node1" presStyleIdx="5" presStyleCnt="9">
        <dgm:presLayoutVars>
          <dgm:chMax val="0"/>
          <dgm:bulletEnabled val="1"/>
        </dgm:presLayoutVars>
      </dgm:prSet>
      <dgm:spPr/>
    </dgm:pt>
    <dgm:pt modelId="{61941C8E-5C69-AD4B-8AEE-B52DDAF390F1}" type="pres">
      <dgm:prSet presAssocID="{99CB34D0-24E3-4D4A-8A69-E1D2D6C424D5}" presName="spacer" presStyleCnt="0"/>
      <dgm:spPr/>
    </dgm:pt>
    <dgm:pt modelId="{FF587E5E-5F97-0849-A576-EB56FF57D9A6}" type="pres">
      <dgm:prSet presAssocID="{F2FABAC4-0962-4F42-A344-5DAAF8C43797}" presName="parentText" presStyleLbl="node1" presStyleIdx="6" presStyleCnt="9">
        <dgm:presLayoutVars>
          <dgm:chMax val="0"/>
          <dgm:bulletEnabled val="1"/>
        </dgm:presLayoutVars>
      </dgm:prSet>
      <dgm:spPr/>
    </dgm:pt>
    <dgm:pt modelId="{EA31EB9C-EC4C-4940-828A-84685FDC0931}" type="pres">
      <dgm:prSet presAssocID="{A4AA2EED-19E4-45E4-A3A7-FC853DCD55CC}" presName="spacer" presStyleCnt="0"/>
      <dgm:spPr/>
    </dgm:pt>
    <dgm:pt modelId="{8312885E-A567-2C43-A209-4AD4F4C4C6F2}" type="pres">
      <dgm:prSet presAssocID="{9F9ADA06-8E45-4A96-A720-2C53DD3E85EE}" presName="parentText" presStyleLbl="node1" presStyleIdx="7" presStyleCnt="9">
        <dgm:presLayoutVars>
          <dgm:chMax val="0"/>
          <dgm:bulletEnabled val="1"/>
        </dgm:presLayoutVars>
      </dgm:prSet>
      <dgm:spPr/>
    </dgm:pt>
    <dgm:pt modelId="{259CDD60-2ECB-8D44-A8D5-98A520D720E7}" type="pres">
      <dgm:prSet presAssocID="{0B55F8CC-E17D-491E-9D0B-AC5E6CE962C7}" presName="spacer" presStyleCnt="0"/>
      <dgm:spPr/>
    </dgm:pt>
    <dgm:pt modelId="{EEEDA9FA-4605-F743-94BF-A2AAE3B244D2}" type="pres">
      <dgm:prSet presAssocID="{B976F4F6-241B-4B7D-9078-6D76FD2C4240}" presName="parentText" presStyleLbl="node1" presStyleIdx="8" presStyleCnt="9">
        <dgm:presLayoutVars>
          <dgm:chMax val="0"/>
          <dgm:bulletEnabled val="1"/>
        </dgm:presLayoutVars>
      </dgm:prSet>
      <dgm:spPr/>
    </dgm:pt>
  </dgm:ptLst>
  <dgm:cxnLst>
    <dgm:cxn modelId="{A5F82604-D1D8-B647-8BCF-5EF2E7ACD74A}" type="presOf" srcId="{4D945040-6CE9-4B3E-9651-663C810D7539}" destId="{0D0E9928-66E0-2945-B46E-AE23FA063BE7}" srcOrd="0" destOrd="0" presId="urn:microsoft.com/office/officeart/2005/8/layout/vList2"/>
    <dgm:cxn modelId="{F89BAF06-9866-4397-803B-62D61248FE9F}" srcId="{BE85D24A-9EDA-4648-B1E9-E784421363F6}" destId="{83552BEE-B6B3-40D8-B6D7-57012AB9DCE5}" srcOrd="2" destOrd="0" parTransId="{F8F22509-0A40-4562-8EA1-D80E09CBAEDE}" sibTransId="{2A314590-858F-4D84-9913-8BB3242C7E76}"/>
    <dgm:cxn modelId="{8EC73E0F-DB5F-8A4C-891C-7D9D3AE7A4DC}" type="presOf" srcId="{BE85D24A-9EDA-4648-B1E9-E784421363F6}" destId="{C630523D-16B3-044D-B983-43E6C40ED2F5}" srcOrd="0" destOrd="0" presId="urn:microsoft.com/office/officeart/2005/8/layout/vList2"/>
    <dgm:cxn modelId="{0BAB7312-5979-634F-A817-7B5C2A4CBAB7}" type="presOf" srcId="{11627C83-6689-45AB-B250-65D50A0671B4}" destId="{CEC2F1C5-F470-6948-8CC1-BB63C4DFB2E4}" srcOrd="0" destOrd="0" presId="urn:microsoft.com/office/officeart/2005/8/layout/vList2"/>
    <dgm:cxn modelId="{7C290B14-17AD-BC4F-BE7A-E8F32F7504E1}" type="presOf" srcId="{CA95C173-8DE4-4EB5-A488-4BF90D4DF415}" destId="{007D3290-79A9-CB47-926A-2D71CBBC4457}" srcOrd="0" destOrd="0" presId="urn:microsoft.com/office/officeart/2005/8/layout/vList2"/>
    <dgm:cxn modelId="{E1E00C14-EA88-4881-821A-9C8605F7F2F5}" srcId="{BE85D24A-9EDA-4648-B1E9-E784421363F6}" destId="{11627C83-6689-45AB-B250-65D50A0671B4}" srcOrd="3" destOrd="0" parTransId="{F92DF6AE-1239-448A-B1D5-471402221B0C}" sibTransId="{5E680589-D315-41D1-9555-9F5EEB03C7D2}"/>
    <dgm:cxn modelId="{E3482114-ACC1-DB43-B671-FE767977EA4F}" type="presOf" srcId="{841BBFF1-E08B-4919-87FE-B3E3F18F56F5}" destId="{6CD82D32-70FD-C24D-AE78-D7AD8C1E121A}" srcOrd="0" destOrd="0" presId="urn:microsoft.com/office/officeart/2005/8/layout/vList2"/>
    <dgm:cxn modelId="{4F96563C-7974-4B16-ACA8-79DED54E13D0}" srcId="{BE85D24A-9EDA-4648-B1E9-E784421363F6}" destId="{9F9ADA06-8E45-4A96-A720-2C53DD3E85EE}" srcOrd="7" destOrd="0" parTransId="{ECB274E1-24E6-4756-929A-D0F06F05FC8C}" sibTransId="{0B55F8CC-E17D-491E-9D0B-AC5E6CE962C7}"/>
    <dgm:cxn modelId="{9698F04D-AE45-4753-BDA5-E2BE5DA1E307}" srcId="{BE85D24A-9EDA-4648-B1E9-E784421363F6}" destId="{F2FABAC4-0962-4F42-A344-5DAAF8C43797}" srcOrd="6" destOrd="0" parTransId="{78CDB5BF-D453-468B-AC00-3B7FA120EF49}" sibTransId="{A4AA2EED-19E4-45E4-A3A7-FC853DCD55CC}"/>
    <dgm:cxn modelId="{2CF9F55F-6AE1-4EA9-A6E5-022C2E0C3540}" srcId="{BE85D24A-9EDA-4648-B1E9-E784421363F6}" destId="{B976F4F6-241B-4B7D-9078-6D76FD2C4240}" srcOrd="8" destOrd="0" parTransId="{67714571-1C76-47D2-887B-91D90501F38D}" sibTransId="{71237F68-8DC1-4432-94EF-5624688C6754}"/>
    <dgm:cxn modelId="{1EB88568-FEA2-9247-B3D2-E63B59BBD71D}" type="presOf" srcId="{9F9ADA06-8E45-4A96-A720-2C53DD3E85EE}" destId="{8312885E-A567-2C43-A209-4AD4F4C4C6F2}" srcOrd="0" destOrd="0" presId="urn:microsoft.com/office/officeart/2005/8/layout/vList2"/>
    <dgm:cxn modelId="{F4BCAB8B-A846-CE4B-BFD6-57E5A58F5FF6}" type="presOf" srcId="{83552BEE-B6B3-40D8-B6D7-57012AB9DCE5}" destId="{50C3B932-30AA-F842-B43E-1DF482AF3708}" srcOrd="0" destOrd="0" presId="urn:microsoft.com/office/officeart/2005/8/layout/vList2"/>
    <dgm:cxn modelId="{5F773197-2EE4-4AB4-9B24-0DB8B4A3E7EA}" srcId="{BE85D24A-9EDA-4648-B1E9-E784421363F6}" destId="{AE3BB418-096E-461C-8DC0-598DFFF8362A}" srcOrd="4" destOrd="0" parTransId="{3E346221-F71C-4691-BB8E-41281F9A1C65}" sibTransId="{EC7F278B-5733-494F-9943-AE6AD4C3F270}"/>
    <dgm:cxn modelId="{8266B9AB-1BA3-4F04-9895-7EF3C072C935}" srcId="{BE85D24A-9EDA-4648-B1E9-E784421363F6}" destId="{4D945040-6CE9-4B3E-9651-663C810D7539}" srcOrd="5" destOrd="0" parTransId="{252D99E7-9550-4265-9DF5-F0C71507ED3D}" sibTransId="{99CB34D0-24E3-4D4A-8A69-E1D2D6C424D5}"/>
    <dgm:cxn modelId="{822668BE-23C2-0843-AC9C-AF035B8E5F21}" type="presOf" srcId="{F2FABAC4-0962-4F42-A344-5DAAF8C43797}" destId="{FF587E5E-5F97-0849-A576-EB56FF57D9A6}" srcOrd="0" destOrd="0" presId="urn:microsoft.com/office/officeart/2005/8/layout/vList2"/>
    <dgm:cxn modelId="{03007BC1-59D6-5D4D-B8ED-B4BCEC831D5B}" type="presOf" srcId="{B976F4F6-241B-4B7D-9078-6D76FD2C4240}" destId="{EEEDA9FA-4605-F743-94BF-A2AAE3B244D2}" srcOrd="0" destOrd="0" presId="urn:microsoft.com/office/officeart/2005/8/layout/vList2"/>
    <dgm:cxn modelId="{747D10C9-B87C-42A4-BEC1-909EB875073C}" srcId="{BE85D24A-9EDA-4648-B1E9-E784421363F6}" destId="{CA95C173-8DE4-4EB5-A488-4BF90D4DF415}" srcOrd="1" destOrd="0" parTransId="{E16A9B26-8C65-4C57-8B6E-97C39A6B7B1A}" sibTransId="{476113E6-FD76-46A0-BA4A-C372F4684B7F}"/>
    <dgm:cxn modelId="{24A78BCB-C9E3-AF4A-ACAC-F45845844017}" type="presOf" srcId="{AE3BB418-096E-461C-8DC0-598DFFF8362A}" destId="{9C738C73-5726-C042-B5A0-EFA48699DA80}" srcOrd="0" destOrd="0" presId="urn:microsoft.com/office/officeart/2005/8/layout/vList2"/>
    <dgm:cxn modelId="{E6A2A2CE-948C-4573-B159-2B603A694BC2}" srcId="{BE85D24A-9EDA-4648-B1E9-E784421363F6}" destId="{841BBFF1-E08B-4919-87FE-B3E3F18F56F5}" srcOrd="0" destOrd="0" parTransId="{38BA8C73-9B64-4E7D-A913-7CF0AC743F98}" sibTransId="{66BF1F94-68FD-43C6-BEE6-CFE114360F39}"/>
    <dgm:cxn modelId="{37DCCEC0-2AA8-D64F-8558-8C3CE590993C}" type="presParOf" srcId="{C630523D-16B3-044D-B983-43E6C40ED2F5}" destId="{6CD82D32-70FD-C24D-AE78-D7AD8C1E121A}" srcOrd="0" destOrd="0" presId="urn:microsoft.com/office/officeart/2005/8/layout/vList2"/>
    <dgm:cxn modelId="{1FD6E7F2-DD35-4244-9E7D-909DEF3DA7C3}" type="presParOf" srcId="{C630523D-16B3-044D-B983-43E6C40ED2F5}" destId="{77AD54FD-2B06-A24F-AADD-C344200E131F}" srcOrd="1" destOrd="0" presId="urn:microsoft.com/office/officeart/2005/8/layout/vList2"/>
    <dgm:cxn modelId="{C91D3933-B4C5-A24B-B5CE-D9560A3732E4}" type="presParOf" srcId="{C630523D-16B3-044D-B983-43E6C40ED2F5}" destId="{007D3290-79A9-CB47-926A-2D71CBBC4457}" srcOrd="2" destOrd="0" presId="urn:microsoft.com/office/officeart/2005/8/layout/vList2"/>
    <dgm:cxn modelId="{FA3A743A-8A4D-6343-8657-6439EDE5C6ED}" type="presParOf" srcId="{C630523D-16B3-044D-B983-43E6C40ED2F5}" destId="{3F62305A-0E36-F545-BED2-57D450F98DD8}" srcOrd="3" destOrd="0" presId="urn:microsoft.com/office/officeart/2005/8/layout/vList2"/>
    <dgm:cxn modelId="{77E05218-4DED-DC45-9677-0AF18A7343BF}" type="presParOf" srcId="{C630523D-16B3-044D-B983-43E6C40ED2F5}" destId="{50C3B932-30AA-F842-B43E-1DF482AF3708}" srcOrd="4" destOrd="0" presId="urn:microsoft.com/office/officeart/2005/8/layout/vList2"/>
    <dgm:cxn modelId="{1F348BF6-B416-5A43-8E17-47DC5A27E35D}" type="presParOf" srcId="{C630523D-16B3-044D-B983-43E6C40ED2F5}" destId="{FC6529F7-6753-2C40-BAB8-722F2214CD04}" srcOrd="5" destOrd="0" presId="urn:microsoft.com/office/officeart/2005/8/layout/vList2"/>
    <dgm:cxn modelId="{317EDDC1-41E0-6943-AEFF-BDDEBC1BF091}" type="presParOf" srcId="{C630523D-16B3-044D-B983-43E6C40ED2F5}" destId="{CEC2F1C5-F470-6948-8CC1-BB63C4DFB2E4}" srcOrd="6" destOrd="0" presId="urn:microsoft.com/office/officeart/2005/8/layout/vList2"/>
    <dgm:cxn modelId="{EEC77D97-57AE-E74A-AC30-5F0A35C06807}" type="presParOf" srcId="{C630523D-16B3-044D-B983-43E6C40ED2F5}" destId="{FC9182D9-5DBF-BB42-94DC-E1532C54CF26}" srcOrd="7" destOrd="0" presId="urn:microsoft.com/office/officeart/2005/8/layout/vList2"/>
    <dgm:cxn modelId="{25455B70-9F92-6F4F-8A1B-1145C56B9FB1}" type="presParOf" srcId="{C630523D-16B3-044D-B983-43E6C40ED2F5}" destId="{9C738C73-5726-C042-B5A0-EFA48699DA80}" srcOrd="8" destOrd="0" presId="urn:microsoft.com/office/officeart/2005/8/layout/vList2"/>
    <dgm:cxn modelId="{2D92F8FE-1E46-1043-975F-97EADE960919}" type="presParOf" srcId="{C630523D-16B3-044D-B983-43E6C40ED2F5}" destId="{9349ECE0-F271-474A-9CA9-8A8773C963AB}" srcOrd="9" destOrd="0" presId="urn:microsoft.com/office/officeart/2005/8/layout/vList2"/>
    <dgm:cxn modelId="{51EEF706-8945-994B-9100-649F57419546}" type="presParOf" srcId="{C630523D-16B3-044D-B983-43E6C40ED2F5}" destId="{0D0E9928-66E0-2945-B46E-AE23FA063BE7}" srcOrd="10" destOrd="0" presId="urn:microsoft.com/office/officeart/2005/8/layout/vList2"/>
    <dgm:cxn modelId="{8477993F-55A4-DD4C-8CE8-5F907D7FBA18}" type="presParOf" srcId="{C630523D-16B3-044D-B983-43E6C40ED2F5}" destId="{61941C8E-5C69-AD4B-8AEE-B52DDAF390F1}" srcOrd="11" destOrd="0" presId="urn:microsoft.com/office/officeart/2005/8/layout/vList2"/>
    <dgm:cxn modelId="{071C01DD-56C3-D147-BE9A-87ABE5EA6B03}" type="presParOf" srcId="{C630523D-16B3-044D-B983-43E6C40ED2F5}" destId="{FF587E5E-5F97-0849-A576-EB56FF57D9A6}" srcOrd="12" destOrd="0" presId="urn:microsoft.com/office/officeart/2005/8/layout/vList2"/>
    <dgm:cxn modelId="{8DE5A12A-CCF1-174D-8B5D-7ED4B0E423A6}" type="presParOf" srcId="{C630523D-16B3-044D-B983-43E6C40ED2F5}" destId="{EA31EB9C-EC4C-4940-828A-84685FDC0931}" srcOrd="13" destOrd="0" presId="urn:microsoft.com/office/officeart/2005/8/layout/vList2"/>
    <dgm:cxn modelId="{4C8B29BB-B7D3-6749-95CB-EB132013412B}" type="presParOf" srcId="{C630523D-16B3-044D-B983-43E6C40ED2F5}" destId="{8312885E-A567-2C43-A209-4AD4F4C4C6F2}" srcOrd="14" destOrd="0" presId="urn:microsoft.com/office/officeart/2005/8/layout/vList2"/>
    <dgm:cxn modelId="{ACD90AFF-0DAD-6B4D-84A8-687308EB040E}" type="presParOf" srcId="{C630523D-16B3-044D-B983-43E6C40ED2F5}" destId="{259CDD60-2ECB-8D44-A8D5-98A520D720E7}" srcOrd="15" destOrd="0" presId="urn:microsoft.com/office/officeart/2005/8/layout/vList2"/>
    <dgm:cxn modelId="{9CAE574C-077F-614D-B811-4E7DC05C9669}" type="presParOf" srcId="{C630523D-16B3-044D-B983-43E6C40ED2F5}" destId="{EEEDA9FA-4605-F743-94BF-A2AAE3B244D2}" srcOrd="1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0CA67A3-712C-8647-8422-FAF5AE0605A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FDDFCE8-F2A0-0540-B0C0-05AB671800F4}">
      <dgm:prSet phldrT="[Text]"/>
      <dgm:spPr/>
      <dgm:t>
        <a:bodyPr/>
        <a:lstStyle/>
        <a:p>
          <a:r>
            <a:rPr lang="en-US" dirty="0"/>
            <a:t>Impressions 44.2K</a:t>
          </a:r>
        </a:p>
      </dgm:t>
    </dgm:pt>
    <dgm:pt modelId="{D9889B40-556B-0E49-B350-D71B05E48995}" type="parTrans" cxnId="{3B4B484D-18B9-2148-80E4-69B0845B5065}">
      <dgm:prSet/>
      <dgm:spPr/>
      <dgm:t>
        <a:bodyPr/>
        <a:lstStyle/>
        <a:p>
          <a:endParaRPr lang="en-US"/>
        </a:p>
      </dgm:t>
    </dgm:pt>
    <dgm:pt modelId="{3DAF0FF1-D634-9841-B6F3-D7FDE5C242E8}" type="sibTrans" cxnId="{3B4B484D-18B9-2148-80E4-69B0845B5065}">
      <dgm:prSet/>
      <dgm:spPr/>
      <dgm:t>
        <a:bodyPr/>
        <a:lstStyle/>
        <a:p>
          <a:endParaRPr lang="en-US"/>
        </a:p>
      </dgm:t>
    </dgm:pt>
    <dgm:pt modelId="{65830A4F-04E2-E547-9E7A-11E223A89EDC}">
      <dgm:prSet phldrT="[Text]"/>
      <dgm:spPr/>
      <dgm:t>
        <a:bodyPr/>
        <a:lstStyle/>
        <a:p>
          <a:r>
            <a:rPr lang="en-US" dirty="0"/>
            <a:t>Views 4.36K</a:t>
          </a:r>
        </a:p>
      </dgm:t>
    </dgm:pt>
    <dgm:pt modelId="{929E7EE4-D2D1-2340-8C57-4308F15343AE}" type="parTrans" cxnId="{7738899F-D324-1746-BF87-EE540251B202}">
      <dgm:prSet/>
      <dgm:spPr/>
      <dgm:t>
        <a:bodyPr/>
        <a:lstStyle/>
        <a:p>
          <a:endParaRPr lang="en-US"/>
        </a:p>
      </dgm:t>
    </dgm:pt>
    <dgm:pt modelId="{21020E59-D3BB-5549-9FE9-22A631B6E296}" type="sibTrans" cxnId="{7738899F-D324-1746-BF87-EE540251B202}">
      <dgm:prSet/>
      <dgm:spPr/>
      <dgm:t>
        <a:bodyPr/>
        <a:lstStyle/>
        <a:p>
          <a:endParaRPr lang="en-US"/>
        </a:p>
      </dgm:t>
    </dgm:pt>
    <dgm:pt modelId="{76F3E2B7-60E6-9B40-8FEA-4BFD90D5D823}">
      <dgm:prSet phldrT="[Text]"/>
      <dgm:spPr/>
      <dgm:t>
        <a:bodyPr/>
        <a:lstStyle/>
        <a:p>
          <a:r>
            <a:rPr lang="en-US" dirty="0"/>
            <a:t>Clicks 532</a:t>
          </a:r>
        </a:p>
      </dgm:t>
    </dgm:pt>
    <dgm:pt modelId="{2E8270D1-50A3-3849-9E66-D478F3975CB5}" type="parTrans" cxnId="{25BF3262-91C3-A74C-A617-5AAAB68BD5C6}">
      <dgm:prSet/>
      <dgm:spPr/>
      <dgm:t>
        <a:bodyPr/>
        <a:lstStyle/>
        <a:p>
          <a:endParaRPr lang="en-US"/>
        </a:p>
      </dgm:t>
    </dgm:pt>
    <dgm:pt modelId="{232B3C8B-7DD4-0946-B246-20BDC0AE0491}" type="sibTrans" cxnId="{25BF3262-91C3-A74C-A617-5AAAB68BD5C6}">
      <dgm:prSet/>
      <dgm:spPr/>
      <dgm:t>
        <a:bodyPr/>
        <a:lstStyle/>
        <a:p>
          <a:endParaRPr lang="en-US"/>
        </a:p>
      </dgm:t>
    </dgm:pt>
    <dgm:pt modelId="{1EFA6FE1-42B6-6E4D-8DB7-5C539EC6DCD9}">
      <dgm:prSet phldrT="[Text]"/>
      <dgm:spPr/>
      <dgm:t>
        <a:bodyPr/>
        <a:lstStyle/>
        <a:p>
          <a:r>
            <a:rPr lang="en-US" dirty="0"/>
            <a:t>Cost $41.59</a:t>
          </a:r>
        </a:p>
      </dgm:t>
    </dgm:pt>
    <dgm:pt modelId="{506ECF30-0909-1746-9119-FF75333E0E17}" type="parTrans" cxnId="{DEF0F1CA-7170-3542-9380-C8A9216126CE}">
      <dgm:prSet/>
      <dgm:spPr/>
      <dgm:t>
        <a:bodyPr/>
        <a:lstStyle/>
        <a:p>
          <a:endParaRPr lang="en-US"/>
        </a:p>
      </dgm:t>
    </dgm:pt>
    <dgm:pt modelId="{618A9D25-9CB1-484E-B14D-38A31B89A4A6}" type="sibTrans" cxnId="{DEF0F1CA-7170-3542-9380-C8A9216126CE}">
      <dgm:prSet/>
      <dgm:spPr/>
      <dgm:t>
        <a:bodyPr/>
        <a:lstStyle/>
        <a:p>
          <a:endParaRPr lang="en-US"/>
        </a:p>
      </dgm:t>
    </dgm:pt>
    <dgm:pt modelId="{29DDD2B5-9C1C-DC4D-AC70-12BC3C6454B5}">
      <dgm:prSet phldrT="[Text]"/>
      <dgm:spPr/>
      <dgm:t>
        <a:bodyPr/>
        <a:lstStyle/>
        <a:p>
          <a:r>
            <a:rPr lang="en-US" dirty="0"/>
            <a:t>View Rate 9.87%</a:t>
          </a:r>
        </a:p>
      </dgm:t>
    </dgm:pt>
    <dgm:pt modelId="{04CE38BC-8CBC-3C4D-A83B-1E71BCE3876A}" type="parTrans" cxnId="{2EE47235-B94D-D448-8DD4-1A45C50DAEE4}">
      <dgm:prSet/>
      <dgm:spPr/>
      <dgm:t>
        <a:bodyPr/>
        <a:lstStyle/>
        <a:p>
          <a:endParaRPr lang="en-US"/>
        </a:p>
      </dgm:t>
    </dgm:pt>
    <dgm:pt modelId="{629A5E3B-8ADF-C74C-8C67-68463E63404A}" type="sibTrans" cxnId="{2EE47235-B94D-D448-8DD4-1A45C50DAEE4}">
      <dgm:prSet/>
      <dgm:spPr/>
      <dgm:t>
        <a:bodyPr/>
        <a:lstStyle/>
        <a:p>
          <a:endParaRPr lang="en-US"/>
        </a:p>
      </dgm:t>
    </dgm:pt>
    <dgm:pt modelId="{6D37E59D-27D9-FB4E-ABB0-17A40A79A07F}">
      <dgm:prSet/>
      <dgm:spPr/>
      <dgm:t>
        <a:bodyPr/>
        <a:lstStyle/>
        <a:p>
          <a:r>
            <a:rPr lang="en-US" dirty="0"/>
            <a:t>Average CPC $0.01</a:t>
          </a:r>
        </a:p>
      </dgm:t>
    </dgm:pt>
    <dgm:pt modelId="{FE6B8114-0843-194A-9135-52DA114A6F8A}" type="parTrans" cxnId="{A04B668D-5F95-1048-9321-0A168F4CC7ED}">
      <dgm:prSet/>
      <dgm:spPr/>
      <dgm:t>
        <a:bodyPr/>
        <a:lstStyle/>
        <a:p>
          <a:endParaRPr lang="en-US"/>
        </a:p>
      </dgm:t>
    </dgm:pt>
    <dgm:pt modelId="{0D4FA8B3-C386-6D40-B9EC-E39243DAC5B9}" type="sibTrans" cxnId="{A04B668D-5F95-1048-9321-0A168F4CC7ED}">
      <dgm:prSet/>
      <dgm:spPr/>
      <dgm:t>
        <a:bodyPr/>
        <a:lstStyle/>
        <a:p>
          <a:endParaRPr lang="en-US"/>
        </a:p>
      </dgm:t>
    </dgm:pt>
    <dgm:pt modelId="{7710C4C4-495E-0F40-82A3-9B2A1C89FBDB}">
      <dgm:prSet/>
      <dgm:spPr/>
      <dgm:t>
        <a:bodyPr/>
        <a:lstStyle/>
        <a:p>
          <a:r>
            <a:rPr lang="en-US"/>
            <a:t>Cost/Conv $0.99</a:t>
          </a:r>
          <a:endParaRPr lang="en-US" dirty="0"/>
        </a:p>
      </dgm:t>
    </dgm:pt>
    <dgm:pt modelId="{D1098C29-1D9E-2349-A9F2-4C55D79D4300}" type="parTrans" cxnId="{ED1E66B7-BCF5-2F4B-A9C0-D1538BBEEF18}">
      <dgm:prSet/>
      <dgm:spPr/>
      <dgm:t>
        <a:bodyPr/>
        <a:lstStyle/>
        <a:p>
          <a:endParaRPr lang="en-US"/>
        </a:p>
      </dgm:t>
    </dgm:pt>
    <dgm:pt modelId="{0D84A393-C6DE-5F46-A5D5-62DFE05054BD}" type="sibTrans" cxnId="{ED1E66B7-BCF5-2F4B-A9C0-D1538BBEEF18}">
      <dgm:prSet/>
      <dgm:spPr/>
      <dgm:t>
        <a:bodyPr/>
        <a:lstStyle/>
        <a:p>
          <a:endParaRPr lang="en-US"/>
        </a:p>
      </dgm:t>
    </dgm:pt>
    <dgm:pt modelId="{4176D88C-6765-CC4E-A031-69E798D99934}" type="pres">
      <dgm:prSet presAssocID="{90CA67A3-712C-8647-8422-FAF5AE0605A8}" presName="linear" presStyleCnt="0">
        <dgm:presLayoutVars>
          <dgm:animLvl val="lvl"/>
          <dgm:resizeHandles val="exact"/>
        </dgm:presLayoutVars>
      </dgm:prSet>
      <dgm:spPr/>
    </dgm:pt>
    <dgm:pt modelId="{E608A6DD-9618-0F46-8268-FDFDB83E9892}" type="pres">
      <dgm:prSet presAssocID="{2FDDFCE8-F2A0-0540-B0C0-05AB671800F4}" presName="parentText" presStyleLbl="node1" presStyleIdx="0" presStyleCnt="7">
        <dgm:presLayoutVars>
          <dgm:chMax val="0"/>
          <dgm:bulletEnabled val="1"/>
        </dgm:presLayoutVars>
      </dgm:prSet>
      <dgm:spPr/>
    </dgm:pt>
    <dgm:pt modelId="{ACC45AA0-58AD-3F4E-9BE1-EB6D90C4213E}" type="pres">
      <dgm:prSet presAssocID="{3DAF0FF1-D634-9841-B6F3-D7FDE5C242E8}" presName="spacer" presStyleCnt="0"/>
      <dgm:spPr/>
    </dgm:pt>
    <dgm:pt modelId="{2F42653C-BA17-D740-B93C-759E603C6507}" type="pres">
      <dgm:prSet presAssocID="{65830A4F-04E2-E547-9E7A-11E223A89EDC}" presName="parentText" presStyleLbl="node1" presStyleIdx="1" presStyleCnt="7">
        <dgm:presLayoutVars>
          <dgm:chMax val="0"/>
          <dgm:bulletEnabled val="1"/>
        </dgm:presLayoutVars>
      </dgm:prSet>
      <dgm:spPr/>
    </dgm:pt>
    <dgm:pt modelId="{D7ACC8FB-3A75-DE42-86D7-48AF564067C0}" type="pres">
      <dgm:prSet presAssocID="{21020E59-D3BB-5549-9FE9-22A631B6E296}" presName="spacer" presStyleCnt="0"/>
      <dgm:spPr/>
    </dgm:pt>
    <dgm:pt modelId="{D079EF8F-11B7-8845-B865-284F5436B04F}" type="pres">
      <dgm:prSet presAssocID="{6D37E59D-27D9-FB4E-ABB0-17A40A79A07F}" presName="parentText" presStyleLbl="node1" presStyleIdx="2" presStyleCnt="7">
        <dgm:presLayoutVars>
          <dgm:chMax val="0"/>
          <dgm:bulletEnabled val="1"/>
        </dgm:presLayoutVars>
      </dgm:prSet>
      <dgm:spPr/>
    </dgm:pt>
    <dgm:pt modelId="{036238F1-3349-744E-AFE2-ABDAF89ACA01}" type="pres">
      <dgm:prSet presAssocID="{0D4FA8B3-C386-6D40-B9EC-E39243DAC5B9}" presName="spacer" presStyleCnt="0"/>
      <dgm:spPr/>
    </dgm:pt>
    <dgm:pt modelId="{D756E864-9FC1-C546-9272-7ACF0E228AF8}" type="pres">
      <dgm:prSet presAssocID="{76F3E2B7-60E6-9B40-8FEA-4BFD90D5D823}" presName="parentText" presStyleLbl="node1" presStyleIdx="3" presStyleCnt="7">
        <dgm:presLayoutVars>
          <dgm:chMax val="0"/>
          <dgm:bulletEnabled val="1"/>
        </dgm:presLayoutVars>
      </dgm:prSet>
      <dgm:spPr/>
    </dgm:pt>
    <dgm:pt modelId="{722C168E-A8E1-B340-8375-C63D96ACB6BF}" type="pres">
      <dgm:prSet presAssocID="{232B3C8B-7DD4-0946-B246-20BDC0AE0491}" presName="spacer" presStyleCnt="0"/>
      <dgm:spPr/>
    </dgm:pt>
    <dgm:pt modelId="{EC3B4B03-C4B8-7745-900D-3298A103BDB8}" type="pres">
      <dgm:prSet presAssocID="{1EFA6FE1-42B6-6E4D-8DB7-5C539EC6DCD9}" presName="parentText" presStyleLbl="node1" presStyleIdx="4" presStyleCnt="7">
        <dgm:presLayoutVars>
          <dgm:chMax val="0"/>
          <dgm:bulletEnabled val="1"/>
        </dgm:presLayoutVars>
      </dgm:prSet>
      <dgm:spPr/>
    </dgm:pt>
    <dgm:pt modelId="{782E894F-8ACF-F444-A0CB-62C9D808DA3C}" type="pres">
      <dgm:prSet presAssocID="{618A9D25-9CB1-484E-B14D-38A31B89A4A6}" presName="spacer" presStyleCnt="0"/>
      <dgm:spPr/>
    </dgm:pt>
    <dgm:pt modelId="{D5E671B6-3EE3-1F4B-BE5B-EAC283731FE7}" type="pres">
      <dgm:prSet presAssocID="{29DDD2B5-9C1C-DC4D-AC70-12BC3C6454B5}" presName="parentText" presStyleLbl="node1" presStyleIdx="5" presStyleCnt="7">
        <dgm:presLayoutVars>
          <dgm:chMax val="0"/>
          <dgm:bulletEnabled val="1"/>
        </dgm:presLayoutVars>
      </dgm:prSet>
      <dgm:spPr/>
    </dgm:pt>
    <dgm:pt modelId="{E1585B21-A6B6-D649-AFC7-B02B0064A3A5}" type="pres">
      <dgm:prSet presAssocID="{629A5E3B-8ADF-C74C-8C67-68463E63404A}" presName="spacer" presStyleCnt="0"/>
      <dgm:spPr/>
    </dgm:pt>
    <dgm:pt modelId="{7B10964E-7473-B646-B51E-4A009D13C988}" type="pres">
      <dgm:prSet presAssocID="{7710C4C4-495E-0F40-82A3-9B2A1C89FBDB}" presName="parentText" presStyleLbl="node1" presStyleIdx="6" presStyleCnt="7">
        <dgm:presLayoutVars>
          <dgm:chMax val="0"/>
          <dgm:bulletEnabled val="1"/>
        </dgm:presLayoutVars>
      </dgm:prSet>
      <dgm:spPr/>
    </dgm:pt>
  </dgm:ptLst>
  <dgm:cxnLst>
    <dgm:cxn modelId="{2896AF04-B841-5A42-82A9-D5220CE2EE31}" type="presOf" srcId="{1EFA6FE1-42B6-6E4D-8DB7-5C539EC6DCD9}" destId="{EC3B4B03-C4B8-7745-900D-3298A103BDB8}" srcOrd="0" destOrd="0" presId="urn:microsoft.com/office/officeart/2005/8/layout/vList2"/>
    <dgm:cxn modelId="{133F7A0D-769A-C745-AC8F-62C4CFF37AD0}" type="presOf" srcId="{6D37E59D-27D9-FB4E-ABB0-17A40A79A07F}" destId="{D079EF8F-11B7-8845-B865-284F5436B04F}" srcOrd="0" destOrd="0" presId="urn:microsoft.com/office/officeart/2005/8/layout/vList2"/>
    <dgm:cxn modelId="{38FE4825-53AF-7E4E-83A6-A1632F64B84E}" type="presOf" srcId="{65830A4F-04E2-E547-9E7A-11E223A89EDC}" destId="{2F42653C-BA17-D740-B93C-759E603C6507}" srcOrd="0" destOrd="0" presId="urn:microsoft.com/office/officeart/2005/8/layout/vList2"/>
    <dgm:cxn modelId="{2EE47235-B94D-D448-8DD4-1A45C50DAEE4}" srcId="{90CA67A3-712C-8647-8422-FAF5AE0605A8}" destId="{29DDD2B5-9C1C-DC4D-AC70-12BC3C6454B5}" srcOrd="5" destOrd="0" parTransId="{04CE38BC-8CBC-3C4D-A83B-1E71BCE3876A}" sibTransId="{629A5E3B-8ADF-C74C-8C67-68463E63404A}"/>
    <dgm:cxn modelId="{3B4B484D-18B9-2148-80E4-69B0845B5065}" srcId="{90CA67A3-712C-8647-8422-FAF5AE0605A8}" destId="{2FDDFCE8-F2A0-0540-B0C0-05AB671800F4}" srcOrd="0" destOrd="0" parTransId="{D9889B40-556B-0E49-B350-D71B05E48995}" sibTransId="{3DAF0FF1-D634-9841-B6F3-D7FDE5C242E8}"/>
    <dgm:cxn modelId="{1A8F9C53-0288-0A4E-BACB-9EAECB7CDDF5}" type="presOf" srcId="{76F3E2B7-60E6-9B40-8FEA-4BFD90D5D823}" destId="{D756E864-9FC1-C546-9272-7ACF0E228AF8}" srcOrd="0" destOrd="0" presId="urn:microsoft.com/office/officeart/2005/8/layout/vList2"/>
    <dgm:cxn modelId="{25BF3262-91C3-A74C-A617-5AAAB68BD5C6}" srcId="{90CA67A3-712C-8647-8422-FAF5AE0605A8}" destId="{76F3E2B7-60E6-9B40-8FEA-4BFD90D5D823}" srcOrd="3" destOrd="0" parTransId="{2E8270D1-50A3-3849-9E66-D478F3975CB5}" sibTransId="{232B3C8B-7DD4-0946-B246-20BDC0AE0491}"/>
    <dgm:cxn modelId="{99CF2F7D-2A17-F943-8B5E-8B79E2EC82B5}" type="presOf" srcId="{90CA67A3-712C-8647-8422-FAF5AE0605A8}" destId="{4176D88C-6765-CC4E-A031-69E798D99934}" srcOrd="0" destOrd="0" presId="urn:microsoft.com/office/officeart/2005/8/layout/vList2"/>
    <dgm:cxn modelId="{A04B668D-5F95-1048-9321-0A168F4CC7ED}" srcId="{90CA67A3-712C-8647-8422-FAF5AE0605A8}" destId="{6D37E59D-27D9-FB4E-ABB0-17A40A79A07F}" srcOrd="2" destOrd="0" parTransId="{FE6B8114-0843-194A-9135-52DA114A6F8A}" sibTransId="{0D4FA8B3-C386-6D40-B9EC-E39243DAC5B9}"/>
    <dgm:cxn modelId="{4A2D2B95-6DA2-7746-AB76-D20D6F373C49}" type="presOf" srcId="{29DDD2B5-9C1C-DC4D-AC70-12BC3C6454B5}" destId="{D5E671B6-3EE3-1F4B-BE5B-EAC283731FE7}" srcOrd="0" destOrd="0" presId="urn:microsoft.com/office/officeart/2005/8/layout/vList2"/>
    <dgm:cxn modelId="{1BA0099C-98A3-3F4F-8781-0FB5DCB4EB7B}" type="presOf" srcId="{7710C4C4-495E-0F40-82A3-9B2A1C89FBDB}" destId="{7B10964E-7473-B646-B51E-4A009D13C988}" srcOrd="0" destOrd="0" presId="urn:microsoft.com/office/officeart/2005/8/layout/vList2"/>
    <dgm:cxn modelId="{7738899F-D324-1746-BF87-EE540251B202}" srcId="{90CA67A3-712C-8647-8422-FAF5AE0605A8}" destId="{65830A4F-04E2-E547-9E7A-11E223A89EDC}" srcOrd="1" destOrd="0" parTransId="{929E7EE4-D2D1-2340-8C57-4308F15343AE}" sibTransId="{21020E59-D3BB-5549-9FE9-22A631B6E296}"/>
    <dgm:cxn modelId="{1771B6B5-1912-4D49-88E1-E16397E1A5BA}" type="presOf" srcId="{2FDDFCE8-F2A0-0540-B0C0-05AB671800F4}" destId="{E608A6DD-9618-0F46-8268-FDFDB83E9892}" srcOrd="0" destOrd="0" presId="urn:microsoft.com/office/officeart/2005/8/layout/vList2"/>
    <dgm:cxn modelId="{ED1E66B7-BCF5-2F4B-A9C0-D1538BBEEF18}" srcId="{90CA67A3-712C-8647-8422-FAF5AE0605A8}" destId="{7710C4C4-495E-0F40-82A3-9B2A1C89FBDB}" srcOrd="6" destOrd="0" parTransId="{D1098C29-1D9E-2349-A9F2-4C55D79D4300}" sibTransId="{0D84A393-C6DE-5F46-A5D5-62DFE05054BD}"/>
    <dgm:cxn modelId="{DEF0F1CA-7170-3542-9380-C8A9216126CE}" srcId="{90CA67A3-712C-8647-8422-FAF5AE0605A8}" destId="{1EFA6FE1-42B6-6E4D-8DB7-5C539EC6DCD9}" srcOrd="4" destOrd="0" parTransId="{506ECF30-0909-1746-9119-FF75333E0E17}" sibTransId="{618A9D25-9CB1-484E-B14D-38A31B89A4A6}"/>
    <dgm:cxn modelId="{8BCCE85F-D42E-E94B-A7CA-0891223D2EA2}" type="presParOf" srcId="{4176D88C-6765-CC4E-A031-69E798D99934}" destId="{E608A6DD-9618-0F46-8268-FDFDB83E9892}" srcOrd="0" destOrd="0" presId="urn:microsoft.com/office/officeart/2005/8/layout/vList2"/>
    <dgm:cxn modelId="{2C429B26-1E5E-FA4F-B733-CD377A33C0B5}" type="presParOf" srcId="{4176D88C-6765-CC4E-A031-69E798D99934}" destId="{ACC45AA0-58AD-3F4E-9BE1-EB6D90C4213E}" srcOrd="1" destOrd="0" presId="urn:microsoft.com/office/officeart/2005/8/layout/vList2"/>
    <dgm:cxn modelId="{DA1246F1-6A19-EF43-AD71-FDA98F664E94}" type="presParOf" srcId="{4176D88C-6765-CC4E-A031-69E798D99934}" destId="{2F42653C-BA17-D740-B93C-759E603C6507}" srcOrd="2" destOrd="0" presId="urn:microsoft.com/office/officeart/2005/8/layout/vList2"/>
    <dgm:cxn modelId="{0C16E123-06DC-904D-94A7-5C7CF3273FE7}" type="presParOf" srcId="{4176D88C-6765-CC4E-A031-69E798D99934}" destId="{D7ACC8FB-3A75-DE42-86D7-48AF564067C0}" srcOrd="3" destOrd="0" presId="urn:microsoft.com/office/officeart/2005/8/layout/vList2"/>
    <dgm:cxn modelId="{7AB3A40F-36FF-D147-90F9-7675F9B091DC}" type="presParOf" srcId="{4176D88C-6765-CC4E-A031-69E798D99934}" destId="{D079EF8F-11B7-8845-B865-284F5436B04F}" srcOrd="4" destOrd="0" presId="urn:microsoft.com/office/officeart/2005/8/layout/vList2"/>
    <dgm:cxn modelId="{C4F52C4C-D7D6-4C48-A60D-73CA998D5FC1}" type="presParOf" srcId="{4176D88C-6765-CC4E-A031-69E798D99934}" destId="{036238F1-3349-744E-AFE2-ABDAF89ACA01}" srcOrd="5" destOrd="0" presId="urn:microsoft.com/office/officeart/2005/8/layout/vList2"/>
    <dgm:cxn modelId="{6FB8D849-2FDC-C84F-927C-43E5E0B48D3C}" type="presParOf" srcId="{4176D88C-6765-CC4E-A031-69E798D99934}" destId="{D756E864-9FC1-C546-9272-7ACF0E228AF8}" srcOrd="6" destOrd="0" presId="urn:microsoft.com/office/officeart/2005/8/layout/vList2"/>
    <dgm:cxn modelId="{A72A1DDE-1AAA-0E45-82F9-A5566B3037AA}" type="presParOf" srcId="{4176D88C-6765-CC4E-A031-69E798D99934}" destId="{722C168E-A8E1-B340-8375-C63D96ACB6BF}" srcOrd="7" destOrd="0" presId="urn:microsoft.com/office/officeart/2005/8/layout/vList2"/>
    <dgm:cxn modelId="{905C8BF9-F4D7-034F-89C4-ED67BC92627C}" type="presParOf" srcId="{4176D88C-6765-CC4E-A031-69E798D99934}" destId="{EC3B4B03-C4B8-7745-900D-3298A103BDB8}" srcOrd="8" destOrd="0" presId="urn:microsoft.com/office/officeart/2005/8/layout/vList2"/>
    <dgm:cxn modelId="{F248F319-2A59-C24C-8CF5-5870B277A085}" type="presParOf" srcId="{4176D88C-6765-CC4E-A031-69E798D99934}" destId="{782E894F-8ACF-F444-A0CB-62C9D808DA3C}" srcOrd="9" destOrd="0" presId="urn:microsoft.com/office/officeart/2005/8/layout/vList2"/>
    <dgm:cxn modelId="{4D358B96-B848-5F49-9104-913960C31BF0}" type="presParOf" srcId="{4176D88C-6765-CC4E-A031-69E798D99934}" destId="{D5E671B6-3EE3-1F4B-BE5B-EAC283731FE7}" srcOrd="10" destOrd="0" presId="urn:microsoft.com/office/officeart/2005/8/layout/vList2"/>
    <dgm:cxn modelId="{426B8AB1-C52F-DD41-AB19-4F185A95AF78}" type="presParOf" srcId="{4176D88C-6765-CC4E-A031-69E798D99934}" destId="{E1585B21-A6B6-D649-AFC7-B02B0064A3A5}" srcOrd="11" destOrd="0" presId="urn:microsoft.com/office/officeart/2005/8/layout/vList2"/>
    <dgm:cxn modelId="{39274C9B-16B4-6441-B3E1-FAEEE9A1DFFA}" type="presParOf" srcId="{4176D88C-6765-CC4E-A031-69E798D99934}" destId="{7B10964E-7473-B646-B51E-4A009D13C988}" srcOrd="12"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106C0D74-0528-4404-8235-51C872C99F2F}" type="doc">
      <dgm:prSet loTypeId="urn:microsoft.com/office/officeart/2005/8/layout/process1" loCatId="process" qsTypeId="urn:microsoft.com/office/officeart/2005/8/quickstyle/simple2" qsCatId="simple" csTypeId="urn:microsoft.com/office/officeart/2005/8/colors/colorful2" csCatId="colorful" phldr="1"/>
      <dgm:spPr/>
      <dgm:t>
        <a:bodyPr/>
        <a:lstStyle/>
        <a:p>
          <a:endParaRPr lang="en-US"/>
        </a:p>
      </dgm:t>
    </dgm:pt>
    <dgm:pt modelId="{972BBA6D-5B78-4B43-80C4-62D57F5652CC}">
      <dgm:prSet/>
      <dgm:spPr/>
      <dgm:t>
        <a:bodyPr/>
        <a:lstStyle/>
        <a:p>
          <a:r>
            <a:rPr lang="en-US"/>
            <a:t>Reach 394,839</a:t>
          </a:r>
        </a:p>
      </dgm:t>
    </dgm:pt>
    <dgm:pt modelId="{6BC87F80-5455-45D2-95A6-6627F70E3DBF}" type="parTrans" cxnId="{E0CA3237-9FDF-444E-ABA3-F0AAD451716F}">
      <dgm:prSet/>
      <dgm:spPr/>
      <dgm:t>
        <a:bodyPr/>
        <a:lstStyle/>
        <a:p>
          <a:endParaRPr lang="en-US"/>
        </a:p>
      </dgm:t>
    </dgm:pt>
    <dgm:pt modelId="{F6667219-3C09-4079-A735-649CA2C7C071}" type="sibTrans" cxnId="{E0CA3237-9FDF-444E-ABA3-F0AAD451716F}">
      <dgm:prSet/>
      <dgm:spPr/>
      <dgm:t>
        <a:bodyPr/>
        <a:lstStyle/>
        <a:p>
          <a:endParaRPr lang="en-US"/>
        </a:p>
      </dgm:t>
    </dgm:pt>
    <dgm:pt modelId="{38322538-8F03-4590-913D-2FC4711D3583}">
      <dgm:prSet/>
      <dgm:spPr/>
      <dgm:t>
        <a:bodyPr/>
        <a:lstStyle/>
        <a:p>
          <a:r>
            <a:rPr lang="en-US" dirty="0"/>
            <a:t>Impressions 1,287,746</a:t>
          </a:r>
        </a:p>
      </dgm:t>
    </dgm:pt>
    <dgm:pt modelId="{F1741AC2-08E2-43E7-A8FB-812CEF04E82B}" type="parTrans" cxnId="{6A1DFB1A-207C-4D17-9E7C-C938D9D21A33}">
      <dgm:prSet/>
      <dgm:spPr/>
      <dgm:t>
        <a:bodyPr/>
        <a:lstStyle/>
        <a:p>
          <a:endParaRPr lang="en-US"/>
        </a:p>
      </dgm:t>
    </dgm:pt>
    <dgm:pt modelId="{78611AE9-30FA-449E-A3EF-EACD746B2D5A}" type="sibTrans" cxnId="{6A1DFB1A-207C-4D17-9E7C-C938D9D21A33}">
      <dgm:prSet/>
      <dgm:spPr/>
      <dgm:t>
        <a:bodyPr/>
        <a:lstStyle/>
        <a:p>
          <a:endParaRPr lang="en-US"/>
        </a:p>
      </dgm:t>
    </dgm:pt>
    <dgm:pt modelId="{AF4815B9-BED8-45C0-A1F9-9954542E80CD}">
      <dgm:prSet/>
      <dgm:spPr/>
      <dgm:t>
        <a:bodyPr/>
        <a:lstStyle/>
        <a:p>
          <a:r>
            <a:rPr lang="en-US" dirty="0"/>
            <a:t>Results 21,484</a:t>
          </a:r>
        </a:p>
      </dgm:t>
    </dgm:pt>
    <dgm:pt modelId="{C9FAC6AC-83C1-48F2-A899-D8F4148C0459}" type="parTrans" cxnId="{99DB6FFC-2C78-47BE-94E5-9AD31D6F1B66}">
      <dgm:prSet/>
      <dgm:spPr/>
      <dgm:t>
        <a:bodyPr/>
        <a:lstStyle/>
        <a:p>
          <a:endParaRPr lang="en-US"/>
        </a:p>
      </dgm:t>
    </dgm:pt>
    <dgm:pt modelId="{8D61D21F-50B0-4340-9932-3878F2D4557A}" type="sibTrans" cxnId="{99DB6FFC-2C78-47BE-94E5-9AD31D6F1B66}">
      <dgm:prSet/>
      <dgm:spPr/>
      <dgm:t>
        <a:bodyPr/>
        <a:lstStyle/>
        <a:p>
          <a:endParaRPr lang="en-US"/>
        </a:p>
      </dgm:t>
    </dgm:pt>
    <dgm:pt modelId="{C5CB6BB2-CD7C-4744-A985-58DC7BE58610}">
      <dgm:prSet/>
      <dgm:spPr/>
      <dgm:t>
        <a:bodyPr/>
        <a:lstStyle/>
        <a:p>
          <a:r>
            <a:rPr lang="en-US" dirty="0"/>
            <a:t>Clicks 30,360</a:t>
          </a:r>
        </a:p>
      </dgm:t>
    </dgm:pt>
    <dgm:pt modelId="{26B66688-38BA-2343-851C-A06E1F5CED62}" type="parTrans" cxnId="{7A6B8369-0B80-A742-BCBC-ED48CDDF76E2}">
      <dgm:prSet/>
      <dgm:spPr/>
      <dgm:t>
        <a:bodyPr/>
        <a:lstStyle/>
        <a:p>
          <a:endParaRPr lang="en-US"/>
        </a:p>
      </dgm:t>
    </dgm:pt>
    <dgm:pt modelId="{32422D0B-C8F9-CC46-9E2D-BEED60BAC5F5}" type="sibTrans" cxnId="{7A6B8369-0B80-A742-BCBC-ED48CDDF76E2}">
      <dgm:prSet/>
      <dgm:spPr/>
      <dgm:t>
        <a:bodyPr/>
        <a:lstStyle/>
        <a:p>
          <a:endParaRPr lang="en-US"/>
        </a:p>
      </dgm:t>
    </dgm:pt>
    <dgm:pt modelId="{2D0B293E-2147-C649-952E-1039212A7870}">
      <dgm:prSet/>
      <dgm:spPr/>
      <dgm:t>
        <a:bodyPr/>
        <a:lstStyle/>
        <a:p>
          <a:r>
            <a:rPr lang="en-US" dirty="0"/>
            <a:t>CPC $0.27</a:t>
          </a:r>
        </a:p>
      </dgm:t>
    </dgm:pt>
    <dgm:pt modelId="{4EB84A35-18F5-D841-ABAC-4850A1A59463}" type="parTrans" cxnId="{2CD60BC9-FAD5-3D42-A451-B2370A46C1C1}">
      <dgm:prSet/>
      <dgm:spPr/>
      <dgm:t>
        <a:bodyPr/>
        <a:lstStyle/>
        <a:p>
          <a:endParaRPr lang="en-US"/>
        </a:p>
      </dgm:t>
    </dgm:pt>
    <dgm:pt modelId="{4B4A63E7-2D21-5F46-B8D4-3325F32F1E22}" type="sibTrans" cxnId="{2CD60BC9-FAD5-3D42-A451-B2370A46C1C1}">
      <dgm:prSet/>
      <dgm:spPr/>
      <dgm:t>
        <a:bodyPr/>
        <a:lstStyle/>
        <a:p>
          <a:endParaRPr lang="en-US"/>
        </a:p>
      </dgm:t>
    </dgm:pt>
    <dgm:pt modelId="{99998FA1-4197-904E-98FF-F8997BC7F818}" type="pres">
      <dgm:prSet presAssocID="{106C0D74-0528-4404-8235-51C872C99F2F}" presName="Name0" presStyleCnt="0">
        <dgm:presLayoutVars>
          <dgm:dir/>
          <dgm:resizeHandles val="exact"/>
        </dgm:presLayoutVars>
      </dgm:prSet>
      <dgm:spPr/>
    </dgm:pt>
    <dgm:pt modelId="{43F605AE-5E92-3642-97A1-7A68A25199AF}" type="pres">
      <dgm:prSet presAssocID="{972BBA6D-5B78-4B43-80C4-62D57F5652CC}" presName="node" presStyleLbl="node1" presStyleIdx="0" presStyleCnt="5">
        <dgm:presLayoutVars>
          <dgm:bulletEnabled val="1"/>
        </dgm:presLayoutVars>
      </dgm:prSet>
      <dgm:spPr/>
    </dgm:pt>
    <dgm:pt modelId="{0A336131-1B17-5847-B835-9A2806B48074}" type="pres">
      <dgm:prSet presAssocID="{F6667219-3C09-4079-A735-649CA2C7C071}" presName="sibTrans" presStyleLbl="sibTrans2D1" presStyleIdx="0" presStyleCnt="4"/>
      <dgm:spPr/>
    </dgm:pt>
    <dgm:pt modelId="{FC10A4B4-C881-EA4C-85FC-A41EA12ED1A4}" type="pres">
      <dgm:prSet presAssocID="{F6667219-3C09-4079-A735-649CA2C7C071}" presName="connectorText" presStyleLbl="sibTrans2D1" presStyleIdx="0" presStyleCnt="4"/>
      <dgm:spPr/>
    </dgm:pt>
    <dgm:pt modelId="{F9FBE106-7732-8247-AB61-8BE18EB426F5}" type="pres">
      <dgm:prSet presAssocID="{38322538-8F03-4590-913D-2FC4711D3583}" presName="node" presStyleLbl="node1" presStyleIdx="1" presStyleCnt="5">
        <dgm:presLayoutVars>
          <dgm:bulletEnabled val="1"/>
        </dgm:presLayoutVars>
      </dgm:prSet>
      <dgm:spPr/>
    </dgm:pt>
    <dgm:pt modelId="{76A0A992-D478-674D-ADC7-C400F60C49E2}" type="pres">
      <dgm:prSet presAssocID="{78611AE9-30FA-449E-A3EF-EACD746B2D5A}" presName="sibTrans" presStyleLbl="sibTrans2D1" presStyleIdx="1" presStyleCnt="4"/>
      <dgm:spPr/>
    </dgm:pt>
    <dgm:pt modelId="{B89AFBD9-2B74-F64D-934E-8E6AB3E4C608}" type="pres">
      <dgm:prSet presAssocID="{78611AE9-30FA-449E-A3EF-EACD746B2D5A}" presName="connectorText" presStyleLbl="sibTrans2D1" presStyleIdx="1" presStyleCnt="4"/>
      <dgm:spPr/>
    </dgm:pt>
    <dgm:pt modelId="{B767AA94-859F-A341-9879-49953306429D}" type="pres">
      <dgm:prSet presAssocID="{AF4815B9-BED8-45C0-A1F9-9954542E80CD}" presName="node" presStyleLbl="node1" presStyleIdx="2" presStyleCnt="5">
        <dgm:presLayoutVars>
          <dgm:bulletEnabled val="1"/>
        </dgm:presLayoutVars>
      </dgm:prSet>
      <dgm:spPr/>
    </dgm:pt>
    <dgm:pt modelId="{F3FA274B-225A-6941-ACCE-43F03EB789E1}" type="pres">
      <dgm:prSet presAssocID="{8D61D21F-50B0-4340-9932-3878F2D4557A}" presName="sibTrans" presStyleLbl="sibTrans2D1" presStyleIdx="2" presStyleCnt="4"/>
      <dgm:spPr/>
    </dgm:pt>
    <dgm:pt modelId="{9B4D19BE-9C2E-0B4D-B891-1AD0C21494A9}" type="pres">
      <dgm:prSet presAssocID="{8D61D21F-50B0-4340-9932-3878F2D4557A}" presName="connectorText" presStyleLbl="sibTrans2D1" presStyleIdx="2" presStyleCnt="4"/>
      <dgm:spPr/>
    </dgm:pt>
    <dgm:pt modelId="{F1FCEE32-722C-FA4D-9664-22E8814FD7D5}" type="pres">
      <dgm:prSet presAssocID="{C5CB6BB2-CD7C-4744-A985-58DC7BE58610}" presName="node" presStyleLbl="node1" presStyleIdx="3" presStyleCnt="5">
        <dgm:presLayoutVars>
          <dgm:bulletEnabled val="1"/>
        </dgm:presLayoutVars>
      </dgm:prSet>
      <dgm:spPr/>
    </dgm:pt>
    <dgm:pt modelId="{8C8FE122-889F-8D4E-BAB6-F7640F8164EC}" type="pres">
      <dgm:prSet presAssocID="{32422D0B-C8F9-CC46-9E2D-BEED60BAC5F5}" presName="sibTrans" presStyleLbl="sibTrans2D1" presStyleIdx="3" presStyleCnt="4"/>
      <dgm:spPr/>
    </dgm:pt>
    <dgm:pt modelId="{7D415E26-452E-D84C-ADA9-91556F88D109}" type="pres">
      <dgm:prSet presAssocID="{32422D0B-C8F9-CC46-9E2D-BEED60BAC5F5}" presName="connectorText" presStyleLbl="sibTrans2D1" presStyleIdx="3" presStyleCnt="4"/>
      <dgm:spPr/>
    </dgm:pt>
    <dgm:pt modelId="{08B6368A-E6C3-2849-A056-82C568581492}" type="pres">
      <dgm:prSet presAssocID="{2D0B293E-2147-C649-952E-1039212A7870}" presName="node" presStyleLbl="node1" presStyleIdx="4" presStyleCnt="5">
        <dgm:presLayoutVars>
          <dgm:bulletEnabled val="1"/>
        </dgm:presLayoutVars>
      </dgm:prSet>
      <dgm:spPr/>
    </dgm:pt>
  </dgm:ptLst>
  <dgm:cxnLst>
    <dgm:cxn modelId="{6A1DFB1A-207C-4D17-9E7C-C938D9D21A33}" srcId="{106C0D74-0528-4404-8235-51C872C99F2F}" destId="{38322538-8F03-4590-913D-2FC4711D3583}" srcOrd="1" destOrd="0" parTransId="{F1741AC2-08E2-43E7-A8FB-812CEF04E82B}" sibTransId="{78611AE9-30FA-449E-A3EF-EACD746B2D5A}"/>
    <dgm:cxn modelId="{328B4F20-E93B-DE48-B580-4388D60225D3}" type="presOf" srcId="{F6667219-3C09-4079-A735-649CA2C7C071}" destId="{0A336131-1B17-5847-B835-9A2806B48074}" srcOrd="0" destOrd="0" presId="urn:microsoft.com/office/officeart/2005/8/layout/process1"/>
    <dgm:cxn modelId="{E0CA3237-9FDF-444E-ABA3-F0AAD451716F}" srcId="{106C0D74-0528-4404-8235-51C872C99F2F}" destId="{972BBA6D-5B78-4B43-80C4-62D57F5652CC}" srcOrd="0" destOrd="0" parTransId="{6BC87F80-5455-45D2-95A6-6627F70E3DBF}" sibTransId="{F6667219-3C09-4079-A735-649CA2C7C071}"/>
    <dgm:cxn modelId="{A0412C61-2A6A-EA47-A5DC-D58972BB2545}" type="presOf" srcId="{8D61D21F-50B0-4340-9932-3878F2D4557A}" destId="{F3FA274B-225A-6941-ACCE-43F03EB789E1}" srcOrd="0" destOrd="0" presId="urn:microsoft.com/office/officeart/2005/8/layout/process1"/>
    <dgm:cxn modelId="{7A6B8369-0B80-A742-BCBC-ED48CDDF76E2}" srcId="{106C0D74-0528-4404-8235-51C872C99F2F}" destId="{C5CB6BB2-CD7C-4744-A985-58DC7BE58610}" srcOrd="3" destOrd="0" parTransId="{26B66688-38BA-2343-851C-A06E1F5CED62}" sibTransId="{32422D0B-C8F9-CC46-9E2D-BEED60BAC5F5}"/>
    <dgm:cxn modelId="{4C5BA76E-E414-A542-996B-BF8F9572EDB6}" type="presOf" srcId="{106C0D74-0528-4404-8235-51C872C99F2F}" destId="{99998FA1-4197-904E-98FF-F8997BC7F818}" srcOrd="0" destOrd="0" presId="urn:microsoft.com/office/officeart/2005/8/layout/process1"/>
    <dgm:cxn modelId="{F02B2E77-E29A-7041-A30C-5C39DC6D5BE1}" type="presOf" srcId="{2D0B293E-2147-C649-952E-1039212A7870}" destId="{08B6368A-E6C3-2849-A056-82C568581492}" srcOrd="0" destOrd="0" presId="urn:microsoft.com/office/officeart/2005/8/layout/process1"/>
    <dgm:cxn modelId="{01935194-365E-0945-9A3A-84E6240DC885}" type="presOf" srcId="{8D61D21F-50B0-4340-9932-3878F2D4557A}" destId="{9B4D19BE-9C2E-0B4D-B891-1AD0C21494A9}" srcOrd="1" destOrd="0" presId="urn:microsoft.com/office/officeart/2005/8/layout/process1"/>
    <dgm:cxn modelId="{9A2DC696-FA0D-AC43-A6DB-FD4151CFDFED}" type="presOf" srcId="{78611AE9-30FA-449E-A3EF-EACD746B2D5A}" destId="{76A0A992-D478-674D-ADC7-C400F60C49E2}" srcOrd="0" destOrd="0" presId="urn:microsoft.com/office/officeart/2005/8/layout/process1"/>
    <dgm:cxn modelId="{B8582A9B-17D4-F243-9A4D-395E2F15E712}" type="presOf" srcId="{38322538-8F03-4590-913D-2FC4711D3583}" destId="{F9FBE106-7732-8247-AB61-8BE18EB426F5}" srcOrd="0" destOrd="0" presId="urn:microsoft.com/office/officeart/2005/8/layout/process1"/>
    <dgm:cxn modelId="{79C432B7-FA40-A347-A630-6CCE608EFE9C}" type="presOf" srcId="{32422D0B-C8F9-CC46-9E2D-BEED60BAC5F5}" destId="{7D415E26-452E-D84C-ADA9-91556F88D109}" srcOrd="1" destOrd="0" presId="urn:microsoft.com/office/officeart/2005/8/layout/process1"/>
    <dgm:cxn modelId="{ABF795BA-1753-5547-8245-6A46002AF991}" type="presOf" srcId="{32422D0B-C8F9-CC46-9E2D-BEED60BAC5F5}" destId="{8C8FE122-889F-8D4E-BAB6-F7640F8164EC}" srcOrd="0" destOrd="0" presId="urn:microsoft.com/office/officeart/2005/8/layout/process1"/>
    <dgm:cxn modelId="{C9A905BB-A245-9041-835E-92068272256D}" type="presOf" srcId="{78611AE9-30FA-449E-A3EF-EACD746B2D5A}" destId="{B89AFBD9-2B74-F64D-934E-8E6AB3E4C608}" srcOrd="1" destOrd="0" presId="urn:microsoft.com/office/officeart/2005/8/layout/process1"/>
    <dgm:cxn modelId="{0B587DBC-B456-CD4D-90B6-D5F3E4D4BF88}" type="presOf" srcId="{972BBA6D-5B78-4B43-80C4-62D57F5652CC}" destId="{43F605AE-5E92-3642-97A1-7A68A25199AF}" srcOrd="0" destOrd="0" presId="urn:microsoft.com/office/officeart/2005/8/layout/process1"/>
    <dgm:cxn modelId="{1095B6C6-A60A-AE4C-B626-7DE4AFE8FCBD}" type="presOf" srcId="{F6667219-3C09-4079-A735-649CA2C7C071}" destId="{FC10A4B4-C881-EA4C-85FC-A41EA12ED1A4}" srcOrd="1" destOrd="0" presId="urn:microsoft.com/office/officeart/2005/8/layout/process1"/>
    <dgm:cxn modelId="{2CD60BC9-FAD5-3D42-A451-B2370A46C1C1}" srcId="{106C0D74-0528-4404-8235-51C872C99F2F}" destId="{2D0B293E-2147-C649-952E-1039212A7870}" srcOrd="4" destOrd="0" parTransId="{4EB84A35-18F5-D841-ABAC-4850A1A59463}" sibTransId="{4B4A63E7-2D21-5F46-B8D4-3325F32F1E22}"/>
    <dgm:cxn modelId="{30B9CEF2-B682-CD4A-A58B-6464AF02283B}" type="presOf" srcId="{AF4815B9-BED8-45C0-A1F9-9954542E80CD}" destId="{B767AA94-859F-A341-9879-49953306429D}" srcOrd="0" destOrd="0" presId="urn:microsoft.com/office/officeart/2005/8/layout/process1"/>
    <dgm:cxn modelId="{1F1FF6F9-1CCB-A546-90E0-11C9D5D2246C}" type="presOf" srcId="{C5CB6BB2-CD7C-4744-A985-58DC7BE58610}" destId="{F1FCEE32-722C-FA4D-9664-22E8814FD7D5}" srcOrd="0" destOrd="0" presId="urn:microsoft.com/office/officeart/2005/8/layout/process1"/>
    <dgm:cxn modelId="{99DB6FFC-2C78-47BE-94E5-9AD31D6F1B66}" srcId="{106C0D74-0528-4404-8235-51C872C99F2F}" destId="{AF4815B9-BED8-45C0-A1F9-9954542E80CD}" srcOrd="2" destOrd="0" parTransId="{C9FAC6AC-83C1-48F2-A899-D8F4148C0459}" sibTransId="{8D61D21F-50B0-4340-9932-3878F2D4557A}"/>
    <dgm:cxn modelId="{0B7BABD5-4207-554E-A8A5-D1FB2B471EC9}" type="presParOf" srcId="{99998FA1-4197-904E-98FF-F8997BC7F818}" destId="{43F605AE-5E92-3642-97A1-7A68A25199AF}" srcOrd="0" destOrd="0" presId="urn:microsoft.com/office/officeart/2005/8/layout/process1"/>
    <dgm:cxn modelId="{57B48D19-7C4C-E346-830C-98FFF98B2287}" type="presParOf" srcId="{99998FA1-4197-904E-98FF-F8997BC7F818}" destId="{0A336131-1B17-5847-B835-9A2806B48074}" srcOrd="1" destOrd="0" presId="urn:microsoft.com/office/officeart/2005/8/layout/process1"/>
    <dgm:cxn modelId="{B7BCB074-F6DB-D945-8164-6D4EB7DF54D1}" type="presParOf" srcId="{0A336131-1B17-5847-B835-9A2806B48074}" destId="{FC10A4B4-C881-EA4C-85FC-A41EA12ED1A4}" srcOrd="0" destOrd="0" presId="urn:microsoft.com/office/officeart/2005/8/layout/process1"/>
    <dgm:cxn modelId="{91C669E1-C1B9-964F-A0E8-5FADAD393CE0}" type="presParOf" srcId="{99998FA1-4197-904E-98FF-F8997BC7F818}" destId="{F9FBE106-7732-8247-AB61-8BE18EB426F5}" srcOrd="2" destOrd="0" presId="urn:microsoft.com/office/officeart/2005/8/layout/process1"/>
    <dgm:cxn modelId="{C537E17C-00CF-CE42-92B8-C74286707E42}" type="presParOf" srcId="{99998FA1-4197-904E-98FF-F8997BC7F818}" destId="{76A0A992-D478-674D-ADC7-C400F60C49E2}" srcOrd="3" destOrd="0" presId="urn:microsoft.com/office/officeart/2005/8/layout/process1"/>
    <dgm:cxn modelId="{62E98C49-5DBA-3E49-8972-33825E162A3C}" type="presParOf" srcId="{76A0A992-D478-674D-ADC7-C400F60C49E2}" destId="{B89AFBD9-2B74-F64D-934E-8E6AB3E4C608}" srcOrd="0" destOrd="0" presId="urn:microsoft.com/office/officeart/2005/8/layout/process1"/>
    <dgm:cxn modelId="{CCB41925-B227-1049-9DDA-6C5CE9556A02}" type="presParOf" srcId="{99998FA1-4197-904E-98FF-F8997BC7F818}" destId="{B767AA94-859F-A341-9879-49953306429D}" srcOrd="4" destOrd="0" presId="urn:microsoft.com/office/officeart/2005/8/layout/process1"/>
    <dgm:cxn modelId="{17EFC2FB-BB0C-9C45-ADDB-FBFDAC60C2A5}" type="presParOf" srcId="{99998FA1-4197-904E-98FF-F8997BC7F818}" destId="{F3FA274B-225A-6941-ACCE-43F03EB789E1}" srcOrd="5" destOrd="0" presId="urn:microsoft.com/office/officeart/2005/8/layout/process1"/>
    <dgm:cxn modelId="{9BCAF42F-9B8E-AE49-AB61-CD71421A2561}" type="presParOf" srcId="{F3FA274B-225A-6941-ACCE-43F03EB789E1}" destId="{9B4D19BE-9C2E-0B4D-B891-1AD0C21494A9}" srcOrd="0" destOrd="0" presId="urn:microsoft.com/office/officeart/2005/8/layout/process1"/>
    <dgm:cxn modelId="{A37094E1-9866-C543-859C-93981E175A57}" type="presParOf" srcId="{99998FA1-4197-904E-98FF-F8997BC7F818}" destId="{F1FCEE32-722C-FA4D-9664-22E8814FD7D5}" srcOrd="6" destOrd="0" presId="urn:microsoft.com/office/officeart/2005/8/layout/process1"/>
    <dgm:cxn modelId="{ACC67442-6ABC-DC4C-8F6F-C3EC9E044863}" type="presParOf" srcId="{99998FA1-4197-904E-98FF-F8997BC7F818}" destId="{8C8FE122-889F-8D4E-BAB6-F7640F8164EC}" srcOrd="7" destOrd="0" presId="urn:microsoft.com/office/officeart/2005/8/layout/process1"/>
    <dgm:cxn modelId="{4B256CFF-71D5-6E40-ADC8-8DF5C3A43CFF}" type="presParOf" srcId="{8C8FE122-889F-8D4E-BAB6-F7640F8164EC}" destId="{7D415E26-452E-D84C-ADA9-91556F88D109}" srcOrd="0" destOrd="0" presId="urn:microsoft.com/office/officeart/2005/8/layout/process1"/>
    <dgm:cxn modelId="{42D689C8-B0E7-AE44-9D8B-BD3A85BC8986}" type="presParOf" srcId="{99998FA1-4197-904E-98FF-F8997BC7F818}" destId="{08B6368A-E6C3-2849-A056-82C568581492}"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B8A1310-457C-46C1-B675-4CF9C8D0D070}" type="doc">
      <dgm:prSet loTypeId="urn:microsoft.com/office/officeart/2016/7/layout/ChevronBlockProcess" loCatId="process" qsTypeId="urn:microsoft.com/office/officeart/2005/8/quickstyle/simple5" qsCatId="simple" csTypeId="urn:microsoft.com/office/officeart/2005/8/colors/colorful5" csCatId="colorful" phldr="1"/>
      <dgm:spPr/>
      <dgm:t>
        <a:bodyPr/>
        <a:lstStyle/>
        <a:p>
          <a:endParaRPr lang="en-US"/>
        </a:p>
      </dgm:t>
    </dgm:pt>
    <dgm:pt modelId="{9557A8EF-4369-45DA-839C-06274CE05ABE}">
      <dgm:prSet/>
      <dgm:spPr/>
      <dgm:t>
        <a:bodyPr/>
        <a:lstStyle/>
        <a:p>
          <a:r>
            <a:rPr lang="en-US" b="1" dirty="0">
              <a:latin typeface="APPLE CHANCERY" panose="03020702040506060504" pitchFamily="66" charset="-79"/>
              <a:cs typeface="APPLE CHANCERY" panose="03020702040506060504" pitchFamily="66" charset="-79"/>
            </a:rPr>
            <a:t>Increase</a:t>
          </a:r>
        </a:p>
      </dgm:t>
    </dgm:pt>
    <dgm:pt modelId="{7110410A-845A-4FD5-AFBC-0CEF3236F397}" type="parTrans" cxnId="{F572C8B7-4759-4659-8800-557F86217A88}">
      <dgm:prSet/>
      <dgm:spPr/>
      <dgm:t>
        <a:bodyPr/>
        <a:lstStyle/>
        <a:p>
          <a:endParaRPr lang="en-US"/>
        </a:p>
      </dgm:t>
    </dgm:pt>
    <dgm:pt modelId="{8625262F-2DEA-4006-9882-CF7F469AAEBE}" type="sibTrans" cxnId="{F572C8B7-4759-4659-8800-557F86217A88}">
      <dgm:prSet phldrT="1"/>
      <dgm:spPr/>
      <dgm:t>
        <a:bodyPr/>
        <a:lstStyle/>
        <a:p>
          <a:endParaRPr lang="en-US" sz="1400" b="1">
            <a:latin typeface="APPLE CHANCERY" panose="03020702040506060504" pitchFamily="66" charset="-79"/>
            <a:cs typeface="APPLE CHANCERY" panose="03020702040506060504" pitchFamily="66" charset="-79"/>
          </a:endParaRPr>
        </a:p>
      </dgm:t>
    </dgm:pt>
    <dgm:pt modelId="{381C83E1-22CA-4C59-98F5-B9506C3AADF4}">
      <dgm:prSet/>
      <dgm:spPr/>
      <dgm:t>
        <a:bodyPr/>
        <a:lstStyle/>
        <a:p>
          <a:r>
            <a:rPr lang="en-US" b="1" dirty="0">
              <a:latin typeface="APPLE CHANCERY" panose="03020702040506060504" pitchFamily="66" charset="-79"/>
              <a:cs typeface="APPLE CHANCERY" panose="03020702040506060504" pitchFamily="66" charset="-79"/>
            </a:rPr>
            <a:t>Increase focus on video content  With low cost-per-result and high engagement, allocate a larger budget to videos.</a:t>
          </a:r>
        </a:p>
      </dgm:t>
    </dgm:pt>
    <dgm:pt modelId="{6A854ED5-358F-451E-BEEB-44281207C5D0}" type="parTrans" cxnId="{E2862D3E-6A6C-4C34-B1D5-8F72CEE52BEA}">
      <dgm:prSet/>
      <dgm:spPr/>
      <dgm:t>
        <a:bodyPr/>
        <a:lstStyle/>
        <a:p>
          <a:endParaRPr lang="en-US"/>
        </a:p>
      </dgm:t>
    </dgm:pt>
    <dgm:pt modelId="{14272952-3A28-43CB-BC7B-4BBA43E724B1}" type="sibTrans" cxnId="{E2862D3E-6A6C-4C34-B1D5-8F72CEE52BEA}">
      <dgm:prSet/>
      <dgm:spPr/>
      <dgm:t>
        <a:bodyPr/>
        <a:lstStyle/>
        <a:p>
          <a:endParaRPr lang="en-US"/>
        </a:p>
      </dgm:t>
    </dgm:pt>
    <dgm:pt modelId="{B5A540E2-88A9-46FF-8ECC-6A9427A3C908}">
      <dgm:prSet/>
      <dgm:spPr/>
      <dgm:t>
        <a:bodyPr/>
        <a:lstStyle/>
        <a:p>
          <a:r>
            <a:rPr lang="en-US" b="1" dirty="0">
              <a:latin typeface="APPLE CHANCERY" panose="03020702040506060504" pitchFamily="66" charset="-79"/>
              <a:cs typeface="APPLE CHANCERY" panose="03020702040506060504" pitchFamily="66" charset="-79"/>
            </a:rPr>
            <a:t>Invest in</a:t>
          </a:r>
        </a:p>
      </dgm:t>
    </dgm:pt>
    <dgm:pt modelId="{467CEA1D-BA11-4D13-8FE5-CABD568DC33D}" type="parTrans" cxnId="{3BE6E4AA-80A8-4D84-9DDF-E78C60B80455}">
      <dgm:prSet/>
      <dgm:spPr/>
      <dgm:t>
        <a:bodyPr/>
        <a:lstStyle/>
        <a:p>
          <a:endParaRPr lang="en-US"/>
        </a:p>
      </dgm:t>
    </dgm:pt>
    <dgm:pt modelId="{3C46C93F-2913-4905-A7B3-D6CEB920F2E1}" type="sibTrans" cxnId="{3BE6E4AA-80A8-4D84-9DDF-E78C60B80455}">
      <dgm:prSet phldrT="2"/>
      <dgm:spPr/>
      <dgm:t>
        <a:bodyPr/>
        <a:lstStyle/>
        <a:p>
          <a:endParaRPr lang="en-US" sz="1400" b="1">
            <a:latin typeface="APPLE CHANCERY" panose="03020702040506060504" pitchFamily="66" charset="-79"/>
            <a:cs typeface="APPLE CHANCERY" panose="03020702040506060504" pitchFamily="66" charset="-79"/>
          </a:endParaRPr>
        </a:p>
      </dgm:t>
    </dgm:pt>
    <dgm:pt modelId="{428467BC-0545-4027-8C16-596626BFDED6}">
      <dgm:prSet/>
      <dgm:spPr/>
      <dgm:t>
        <a:bodyPr/>
        <a:lstStyle/>
        <a:p>
          <a:r>
            <a:rPr lang="en-US" b="1">
              <a:latin typeface="APPLE CHANCERY" panose="03020702040506060504" pitchFamily="66" charset="-79"/>
              <a:cs typeface="APPLE CHANCERY" panose="03020702040506060504" pitchFamily="66" charset="-79"/>
            </a:rPr>
            <a:t>Invest in retargeting campaigns: Use data from this campaign to reach users who engaged but didn’t convert.</a:t>
          </a:r>
        </a:p>
      </dgm:t>
    </dgm:pt>
    <dgm:pt modelId="{0B543F7E-78BE-48C3-AC74-997F6D746C92}" type="parTrans" cxnId="{840D01AA-5B51-4BF1-AA10-8BA4888BE88B}">
      <dgm:prSet/>
      <dgm:spPr/>
      <dgm:t>
        <a:bodyPr/>
        <a:lstStyle/>
        <a:p>
          <a:endParaRPr lang="en-US"/>
        </a:p>
      </dgm:t>
    </dgm:pt>
    <dgm:pt modelId="{D9D4995F-029F-4A18-BA59-4822DDD7AB7F}" type="sibTrans" cxnId="{840D01AA-5B51-4BF1-AA10-8BA4888BE88B}">
      <dgm:prSet/>
      <dgm:spPr/>
      <dgm:t>
        <a:bodyPr/>
        <a:lstStyle/>
        <a:p>
          <a:endParaRPr lang="en-US"/>
        </a:p>
      </dgm:t>
    </dgm:pt>
    <dgm:pt modelId="{B0C930D3-BA58-45B2-8B13-75E4E208E15C}">
      <dgm:prSet/>
      <dgm:spPr/>
      <dgm:t>
        <a:bodyPr/>
        <a:lstStyle/>
        <a:p>
          <a:r>
            <a:rPr lang="en-US" b="1">
              <a:latin typeface="APPLE CHANCERY" panose="03020702040506060504" pitchFamily="66" charset="-79"/>
              <a:cs typeface="APPLE CHANCERY" panose="03020702040506060504" pitchFamily="66" charset="-79"/>
            </a:rPr>
            <a:t>Create</a:t>
          </a:r>
        </a:p>
      </dgm:t>
    </dgm:pt>
    <dgm:pt modelId="{71411368-E2CF-47B8-AD05-8CDB697ED752}" type="parTrans" cxnId="{6B7BB3AE-6151-48BD-AC77-4AE4AF131014}">
      <dgm:prSet/>
      <dgm:spPr/>
      <dgm:t>
        <a:bodyPr/>
        <a:lstStyle/>
        <a:p>
          <a:endParaRPr lang="en-US"/>
        </a:p>
      </dgm:t>
    </dgm:pt>
    <dgm:pt modelId="{CF116AF2-CCB0-4D94-B36E-B0CA664A4427}" type="sibTrans" cxnId="{6B7BB3AE-6151-48BD-AC77-4AE4AF131014}">
      <dgm:prSet phldrT="3"/>
      <dgm:spPr/>
      <dgm:t>
        <a:bodyPr/>
        <a:lstStyle/>
        <a:p>
          <a:endParaRPr lang="en-US" sz="1400" b="1">
            <a:latin typeface="APPLE CHANCERY" panose="03020702040506060504" pitchFamily="66" charset="-79"/>
            <a:cs typeface="APPLE CHANCERY" panose="03020702040506060504" pitchFamily="66" charset="-79"/>
          </a:endParaRPr>
        </a:p>
      </dgm:t>
    </dgm:pt>
    <dgm:pt modelId="{2DAE6A43-BEA7-4DEC-8884-662B12AD5228}">
      <dgm:prSet/>
      <dgm:spPr/>
      <dgm:t>
        <a:bodyPr/>
        <a:lstStyle/>
        <a:p>
          <a:r>
            <a:rPr lang="en-US" b="1">
              <a:latin typeface="APPLE CHANCERY" panose="03020702040506060504" pitchFamily="66" charset="-79"/>
              <a:cs typeface="APPLE CHANCERY" panose="03020702040506060504" pitchFamily="66" charset="-79"/>
            </a:rPr>
            <a:t>Create Multi Ad Groups for Campaigns- we have focused ad groups on display and could not start with Video campaign in the start stage. </a:t>
          </a:r>
        </a:p>
      </dgm:t>
    </dgm:pt>
    <dgm:pt modelId="{EE76E980-8E01-4C26-8682-A226E04861DB}" type="parTrans" cxnId="{5DE37476-51D2-452C-8811-1F931AD3190D}">
      <dgm:prSet/>
      <dgm:spPr/>
      <dgm:t>
        <a:bodyPr/>
        <a:lstStyle/>
        <a:p>
          <a:endParaRPr lang="en-US"/>
        </a:p>
      </dgm:t>
    </dgm:pt>
    <dgm:pt modelId="{6A966862-4371-42D8-9B3D-7AA5DCFDC39A}" type="sibTrans" cxnId="{5DE37476-51D2-452C-8811-1F931AD3190D}">
      <dgm:prSet/>
      <dgm:spPr/>
      <dgm:t>
        <a:bodyPr/>
        <a:lstStyle/>
        <a:p>
          <a:endParaRPr lang="en-US"/>
        </a:p>
      </dgm:t>
    </dgm:pt>
    <dgm:pt modelId="{9C5138A6-9FF4-45DA-85F0-87B7E6D7F4A5}">
      <dgm:prSet/>
      <dgm:spPr/>
      <dgm:t>
        <a:bodyPr/>
        <a:lstStyle/>
        <a:p>
          <a:r>
            <a:rPr lang="en-US" b="1">
              <a:latin typeface="APPLE CHANCERY" panose="03020702040506060504" pitchFamily="66" charset="-79"/>
              <a:cs typeface="APPLE CHANCERY" panose="03020702040506060504" pitchFamily="66" charset="-79"/>
            </a:rPr>
            <a:t>Highlight</a:t>
          </a:r>
        </a:p>
      </dgm:t>
    </dgm:pt>
    <dgm:pt modelId="{9C58A5E7-3FA6-406A-8135-DAA92F6289B1}" type="parTrans" cxnId="{038FF216-3F67-4DDF-B559-687429279027}">
      <dgm:prSet/>
      <dgm:spPr/>
      <dgm:t>
        <a:bodyPr/>
        <a:lstStyle/>
        <a:p>
          <a:endParaRPr lang="en-US"/>
        </a:p>
      </dgm:t>
    </dgm:pt>
    <dgm:pt modelId="{CF7F3D02-2872-49E1-8E37-63857F3D07EC}" type="sibTrans" cxnId="{038FF216-3F67-4DDF-B559-687429279027}">
      <dgm:prSet phldrT="4"/>
      <dgm:spPr/>
      <dgm:t>
        <a:bodyPr/>
        <a:lstStyle/>
        <a:p>
          <a:endParaRPr lang="en-US" sz="1400" b="1">
            <a:latin typeface="APPLE CHANCERY" panose="03020702040506060504" pitchFamily="66" charset="-79"/>
            <a:cs typeface="APPLE CHANCERY" panose="03020702040506060504" pitchFamily="66" charset="-79"/>
          </a:endParaRPr>
        </a:p>
      </dgm:t>
    </dgm:pt>
    <dgm:pt modelId="{0EAD0AA8-BDF4-407C-B62E-B47B37DA819A}">
      <dgm:prSet/>
      <dgm:spPr/>
      <dgm:t>
        <a:bodyPr/>
        <a:lstStyle/>
        <a:p>
          <a:r>
            <a:rPr lang="en-US" b="1">
              <a:latin typeface="APPLE CHANCERY" panose="03020702040506060504" pitchFamily="66" charset="-79"/>
              <a:cs typeface="APPLE CHANCERY" panose="03020702040506060504" pitchFamily="66" charset="-79"/>
            </a:rPr>
            <a:t>Highlight success stories, testimonials, and reviews to build trust and credibility post or videos.</a:t>
          </a:r>
        </a:p>
      </dgm:t>
    </dgm:pt>
    <dgm:pt modelId="{DF6B43B3-600A-4707-8894-566744634CA5}" type="parTrans" cxnId="{F977665E-94EA-4406-B450-BCFACDA6FF5F}">
      <dgm:prSet/>
      <dgm:spPr/>
      <dgm:t>
        <a:bodyPr/>
        <a:lstStyle/>
        <a:p>
          <a:endParaRPr lang="en-US"/>
        </a:p>
      </dgm:t>
    </dgm:pt>
    <dgm:pt modelId="{B1A10F3A-A3E0-4E95-B9B6-B689ABBE8B1A}" type="sibTrans" cxnId="{F977665E-94EA-4406-B450-BCFACDA6FF5F}">
      <dgm:prSet/>
      <dgm:spPr/>
      <dgm:t>
        <a:bodyPr/>
        <a:lstStyle/>
        <a:p>
          <a:endParaRPr lang="en-US"/>
        </a:p>
      </dgm:t>
    </dgm:pt>
    <dgm:pt modelId="{F35CB356-0897-4CB2-A438-181D00C1F4B7}">
      <dgm:prSet/>
      <dgm:spPr/>
      <dgm:t>
        <a:bodyPr/>
        <a:lstStyle/>
        <a:p>
          <a:r>
            <a:rPr lang="en-US" b="1">
              <a:latin typeface="APPLE CHANCERY" panose="03020702040506060504" pitchFamily="66" charset="-79"/>
              <a:cs typeface="APPLE CHANCERY" panose="03020702040506060504" pitchFamily="66" charset="-79"/>
            </a:rPr>
            <a:t>Frequent</a:t>
          </a:r>
        </a:p>
      </dgm:t>
    </dgm:pt>
    <dgm:pt modelId="{0451982F-E48C-448E-B5C1-271F674B32CF}" type="parTrans" cxnId="{FA47E231-B8B3-44B2-A8E5-76E9053CEFB8}">
      <dgm:prSet/>
      <dgm:spPr/>
      <dgm:t>
        <a:bodyPr/>
        <a:lstStyle/>
        <a:p>
          <a:endParaRPr lang="en-US"/>
        </a:p>
      </dgm:t>
    </dgm:pt>
    <dgm:pt modelId="{739331AD-CBCA-494B-8C2A-188ABC879562}" type="sibTrans" cxnId="{FA47E231-B8B3-44B2-A8E5-76E9053CEFB8}">
      <dgm:prSet phldrT="5"/>
      <dgm:spPr/>
      <dgm:t>
        <a:bodyPr/>
        <a:lstStyle/>
        <a:p>
          <a:endParaRPr lang="en-US" sz="1400" b="1">
            <a:latin typeface="APPLE CHANCERY" panose="03020702040506060504" pitchFamily="66" charset="-79"/>
            <a:cs typeface="APPLE CHANCERY" panose="03020702040506060504" pitchFamily="66" charset="-79"/>
          </a:endParaRPr>
        </a:p>
      </dgm:t>
    </dgm:pt>
    <dgm:pt modelId="{A7628897-1A84-4624-9EF6-D9FF6350F21A}">
      <dgm:prSet/>
      <dgm:spPr/>
      <dgm:t>
        <a:bodyPr/>
        <a:lstStyle/>
        <a:p>
          <a:r>
            <a:rPr lang="en-US" b="1">
              <a:latin typeface="APPLE CHANCERY" panose="03020702040506060504" pitchFamily="66" charset="-79"/>
              <a:cs typeface="APPLE CHANCERY" panose="03020702040506060504" pitchFamily="66" charset="-79"/>
            </a:rPr>
            <a:t>Frequent Evaluation of Performance- Weekly analysis to spot trends and take appropriate action, periodically examine campaign data like CTR, ROI, and conversion rate.</a:t>
          </a:r>
        </a:p>
      </dgm:t>
    </dgm:pt>
    <dgm:pt modelId="{D9B8E8D7-5A2E-4929-ABF9-B51A247AB01B}" type="parTrans" cxnId="{72E4FFBF-D790-4D3F-8929-46C365081EA4}">
      <dgm:prSet/>
      <dgm:spPr/>
      <dgm:t>
        <a:bodyPr/>
        <a:lstStyle/>
        <a:p>
          <a:endParaRPr lang="en-US"/>
        </a:p>
      </dgm:t>
    </dgm:pt>
    <dgm:pt modelId="{A593EC5F-99D0-4A27-B5DF-AD963631EB2C}" type="sibTrans" cxnId="{72E4FFBF-D790-4D3F-8929-46C365081EA4}">
      <dgm:prSet/>
      <dgm:spPr/>
      <dgm:t>
        <a:bodyPr/>
        <a:lstStyle/>
        <a:p>
          <a:endParaRPr lang="en-US"/>
        </a:p>
      </dgm:t>
    </dgm:pt>
    <dgm:pt modelId="{9A32BD03-345D-4D57-B19A-60ACE46AA805}">
      <dgm:prSet/>
      <dgm:spPr/>
      <dgm:t>
        <a:bodyPr/>
        <a:lstStyle/>
        <a:p>
          <a:r>
            <a:rPr lang="en-US" b="1">
              <a:latin typeface="APPLE CHANCERY" panose="03020702040506060504" pitchFamily="66" charset="-79"/>
              <a:cs typeface="APPLE CHANCERY" panose="03020702040506060504" pitchFamily="66" charset="-79"/>
            </a:rPr>
            <a:t>Eliminate</a:t>
          </a:r>
        </a:p>
      </dgm:t>
    </dgm:pt>
    <dgm:pt modelId="{94496D91-CB44-4ACF-B9AE-66475F9E5553}" type="parTrans" cxnId="{FDB56973-0BF2-4D74-BC8B-88A11BC6D480}">
      <dgm:prSet/>
      <dgm:spPr/>
      <dgm:t>
        <a:bodyPr/>
        <a:lstStyle/>
        <a:p>
          <a:endParaRPr lang="en-US"/>
        </a:p>
      </dgm:t>
    </dgm:pt>
    <dgm:pt modelId="{B09DD207-460C-4DA3-9A28-38A421F587B7}" type="sibTrans" cxnId="{FDB56973-0BF2-4D74-BC8B-88A11BC6D480}">
      <dgm:prSet phldrT="6"/>
      <dgm:spPr/>
      <dgm:t>
        <a:bodyPr/>
        <a:lstStyle/>
        <a:p>
          <a:endParaRPr lang="en-US" sz="1400" b="1">
            <a:latin typeface="APPLE CHANCERY" panose="03020702040506060504" pitchFamily="66" charset="-79"/>
            <a:cs typeface="APPLE CHANCERY" panose="03020702040506060504" pitchFamily="66" charset="-79"/>
          </a:endParaRPr>
        </a:p>
      </dgm:t>
    </dgm:pt>
    <dgm:pt modelId="{EC6D6F44-8B2C-489B-9A0C-6F47E71F508E}">
      <dgm:prSet/>
      <dgm:spPr/>
      <dgm:t>
        <a:bodyPr/>
        <a:lstStyle/>
        <a:p>
          <a:r>
            <a:rPr lang="en-US" b="1">
              <a:latin typeface="APPLE CHANCERY" panose="03020702040506060504" pitchFamily="66" charset="-79"/>
              <a:cs typeface="APPLE CHANCERY" panose="03020702040506060504" pitchFamily="66" charset="-79"/>
            </a:rPr>
            <a:t>Eliminate poor performers: Advertisements, keywords, or audiences that continuously perform poorly should be paused or modified.</a:t>
          </a:r>
        </a:p>
      </dgm:t>
    </dgm:pt>
    <dgm:pt modelId="{7176EA29-6B53-4B76-BB3A-1F5F130C1A5B}" type="parTrans" cxnId="{AD03D263-27A0-4BE6-A360-35DD230C2DC0}">
      <dgm:prSet/>
      <dgm:spPr/>
      <dgm:t>
        <a:bodyPr/>
        <a:lstStyle/>
        <a:p>
          <a:endParaRPr lang="en-US"/>
        </a:p>
      </dgm:t>
    </dgm:pt>
    <dgm:pt modelId="{24C052DC-48EC-4121-BEC8-BF32FE64B078}" type="sibTrans" cxnId="{AD03D263-27A0-4BE6-A360-35DD230C2DC0}">
      <dgm:prSet/>
      <dgm:spPr/>
      <dgm:t>
        <a:bodyPr/>
        <a:lstStyle/>
        <a:p>
          <a:endParaRPr lang="en-US"/>
        </a:p>
      </dgm:t>
    </dgm:pt>
    <dgm:pt modelId="{382D9E52-98D1-CD49-BD5B-3DB8219D2DF5}" type="pres">
      <dgm:prSet presAssocID="{CB8A1310-457C-46C1-B675-4CF9C8D0D070}" presName="Name0" presStyleCnt="0">
        <dgm:presLayoutVars>
          <dgm:dir/>
          <dgm:animLvl val="lvl"/>
          <dgm:resizeHandles val="exact"/>
        </dgm:presLayoutVars>
      </dgm:prSet>
      <dgm:spPr/>
    </dgm:pt>
    <dgm:pt modelId="{56E2C4D4-C3AC-FF47-B40F-08EB81A00AC8}" type="pres">
      <dgm:prSet presAssocID="{9557A8EF-4369-45DA-839C-06274CE05ABE}" presName="composite" presStyleCnt="0"/>
      <dgm:spPr/>
    </dgm:pt>
    <dgm:pt modelId="{DBB1E7B4-5F50-484D-8C44-A55B4AFD3F72}" type="pres">
      <dgm:prSet presAssocID="{9557A8EF-4369-45DA-839C-06274CE05ABE}" presName="parTx" presStyleLbl="alignNode1" presStyleIdx="0" presStyleCnt="6">
        <dgm:presLayoutVars>
          <dgm:chMax val="0"/>
          <dgm:chPref val="0"/>
        </dgm:presLayoutVars>
      </dgm:prSet>
      <dgm:spPr/>
    </dgm:pt>
    <dgm:pt modelId="{474075C1-5B23-5E4E-80BB-F034AA0182E3}" type="pres">
      <dgm:prSet presAssocID="{9557A8EF-4369-45DA-839C-06274CE05ABE}" presName="desTx" presStyleLbl="alignAccFollowNode1" presStyleIdx="0" presStyleCnt="6">
        <dgm:presLayoutVars/>
      </dgm:prSet>
      <dgm:spPr/>
    </dgm:pt>
    <dgm:pt modelId="{D903D489-58F4-AB44-A6DD-61A9CF5D4D1F}" type="pres">
      <dgm:prSet presAssocID="{8625262F-2DEA-4006-9882-CF7F469AAEBE}" presName="space" presStyleCnt="0"/>
      <dgm:spPr/>
    </dgm:pt>
    <dgm:pt modelId="{395C9852-5107-D341-AF27-6E261274792D}" type="pres">
      <dgm:prSet presAssocID="{B5A540E2-88A9-46FF-8ECC-6A9427A3C908}" presName="composite" presStyleCnt="0"/>
      <dgm:spPr/>
    </dgm:pt>
    <dgm:pt modelId="{BE1216D4-A2F6-E449-A523-E6D78B254CD9}" type="pres">
      <dgm:prSet presAssocID="{B5A540E2-88A9-46FF-8ECC-6A9427A3C908}" presName="parTx" presStyleLbl="alignNode1" presStyleIdx="1" presStyleCnt="6">
        <dgm:presLayoutVars>
          <dgm:chMax val="0"/>
          <dgm:chPref val="0"/>
        </dgm:presLayoutVars>
      </dgm:prSet>
      <dgm:spPr/>
    </dgm:pt>
    <dgm:pt modelId="{4111C3F8-40FE-FF40-9371-98B34E103660}" type="pres">
      <dgm:prSet presAssocID="{B5A540E2-88A9-46FF-8ECC-6A9427A3C908}" presName="desTx" presStyleLbl="alignAccFollowNode1" presStyleIdx="1" presStyleCnt="6">
        <dgm:presLayoutVars/>
      </dgm:prSet>
      <dgm:spPr/>
    </dgm:pt>
    <dgm:pt modelId="{1AC1E3BE-8511-DB4A-92C9-47F10275C863}" type="pres">
      <dgm:prSet presAssocID="{3C46C93F-2913-4905-A7B3-D6CEB920F2E1}" presName="space" presStyleCnt="0"/>
      <dgm:spPr/>
    </dgm:pt>
    <dgm:pt modelId="{2D03F293-1819-8A43-8599-2E474F9C7C6D}" type="pres">
      <dgm:prSet presAssocID="{B0C930D3-BA58-45B2-8B13-75E4E208E15C}" presName="composite" presStyleCnt="0"/>
      <dgm:spPr/>
    </dgm:pt>
    <dgm:pt modelId="{3D4B574A-77F7-964E-9204-2C565D2317CF}" type="pres">
      <dgm:prSet presAssocID="{B0C930D3-BA58-45B2-8B13-75E4E208E15C}" presName="parTx" presStyleLbl="alignNode1" presStyleIdx="2" presStyleCnt="6">
        <dgm:presLayoutVars>
          <dgm:chMax val="0"/>
          <dgm:chPref val="0"/>
        </dgm:presLayoutVars>
      </dgm:prSet>
      <dgm:spPr/>
    </dgm:pt>
    <dgm:pt modelId="{9E97F249-6A11-1D43-9C06-B615E2D607C3}" type="pres">
      <dgm:prSet presAssocID="{B0C930D3-BA58-45B2-8B13-75E4E208E15C}" presName="desTx" presStyleLbl="alignAccFollowNode1" presStyleIdx="2" presStyleCnt="6">
        <dgm:presLayoutVars/>
      </dgm:prSet>
      <dgm:spPr/>
    </dgm:pt>
    <dgm:pt modelId="{ADCAB923-3129-DF4D-AFDB-4D5C6E7E5536}" type="pres">
      <dgm:prSet presAssocID="{CF116AF2-CCB0-4D94-B36E-B0CA664A4427}" presName="space" presStyleCnt="0"/>
      <dgm:spPr/>
    </dgm:pt>
    <dgm:pt modelId="{3D54DC65-6A82-8D44-9BFF-CE1BAEF9F9D9}" type="pres">
      <dgm:prSet presAssocID="{9C5138A6-9FF4-45DA-85F0-87B7E6D7F4A5}" presName="composite" presStyleCnt="0"/>
      <dgm:spPr/>
    </dgm:pt>
    <dgm:pt modelId="{80EE2D84-969B-1647-BF53-41274420F7D6}" type="pres">
      <dgm:prSet presAssocID="{9C5138A6-9FF4-45DA-85F0-87B7E6D7F4A5}" presName="parTx" presStyleLbl="alignNode1" presStyleIdx="3" presStyleCnt="6">
        <dgm:presLayoutVars>
          <dgm:chMax val="0"/>
          <dgm:chPref val="0"/>
        </dgm:presLayoutVars>
      </dgm:prSet>
      <dgm:spPr/>
    </dgm:pt>
    <dgm:pt modelId="{238E3984-0877-2D41-A05D-41AF7B6326EF}" type="pres">
      <dgm:prSet presAssocID="{9C5138A6-9FF4-45DA-85F0-87B7E6D7F4A5}" presName="desTx" presStyleLbl="alignAccFollowNode1" presStyleIdx="3" presStyleCnt="6">
        <dgm:presLayoutVars/>
      </dgm:prSet>
      <dgm:spPr/>
    </dgm:pt>
    <dgm:pt modelId="{83B19C41-681E-8649-8333-08FA0B67A58F}" type="pres">
      <dgm:prSet presAssocID="{CF7F3D02-2872-49E1-8E37-63857F3D07EC}" presName="space" presStyleCnt="0"/>
      <dgm:spPr/>
    </dgm:pt>
    <dgm:pt modelId="{D4B66CBA-7835-F948-B219-B1E508351F8F}" type="pres">
      <dgm:prSet presAssocID="{F35CB356-0897-4CB2-A438-181D00C1F4B7}" presName="composite" presStyleCnt="0"/>
      <dgm:spPr/>
    </dgm:pt>
    <dgm:pt modelId="{4317EC5D-5E2B-8143-911A-EEC314DA5899}" type="pres">
      <dgm:prSet presAssocID="{F35CB356-0897-4CB2-A438-181D00C1F4B7}" presName="parTx" presStyleLbl="alignNode1" presStyleIdx="4" presStyleCnt="6">
        <dgm:presLayoutVars>
          <dgm:chMax val="0"/>
          <dgm:chPref val="0"/>
        </dgm:presLayoutVars>
      </dgm:prSet>
      <dgm:spPr/>
    </dgm:pt>
    <dgm:pt modelId="{AABA6E43-0C3A-5347-83A2-620D0B611DDC}" type="pres">
      <dgm:prSet presAssocID="{F35CB356-0897-4CB2-A438-181D00C1F4B7}" presName="desTx" presStyleLbl="alignAccFollowNode1" presStyleIdx="4" presStyleCnt="6">
        <dgm:presLayoutVars/>
      </dgm:prSet>
      <dgm:spPr/>
    </dgm:pt>
    <dgm:pt modelId="{1578597E-4E46-8B48-BF44-24FAB019381D}" type="pres">
      <dgm:prSet presAssocID="{739331AD-CBCA-494B-8C2A-188ABC879562}" presName="space" presStyleCnt="0"/>
      <dgm:spPr/>
    </dgm:pt>
    <dgm:pt modelId="{1166EB57-3E61-9E4C-9DAB-6E3B3E58C3F8}" type="pres">
      <dgm:prSet presAssocID="{9A32BD03-345D-4D57-B19A-60ACE46AA805}" presName="composite" presStyleCnt="0"/>
      <dgm:spPr/>
    </dgm:pt>
    <dgm:pt modelId="{6E658D8A-FFF4-C94E-A13C-0BD32978E3EC}" type="pres">
      <dgm:prSet presAssocID="{9A32BD03-345D-4D57-B19A-60ACE46AA805}" presName="parTx" presStyleLbl="alignNode1" presStyleIdx="5" presStyleCnt="6">
        <dgm:presLayoutVars>
          <dgm:chMax val="0"/>
          <dgm:chPref val="0"/>
        </dgm:presLayoutVars>
      </dgm:prSet>
      <dgm:spPr/>
    </dgm:pt>
    <dgm:pt modelId="{6E1C5329-A772-7449-A2DA-C35C84F9B900}" type="pres">
      <dgm:prSet presAssocID="{9A32BD03-345D-4D57-B19A-60ACE46AA805}" presName="desTx" presStyleLbl="alignAccFollowNode1" presStyleIdx="5" presStyleCnt="6">
        <dgm:presLayoutVars/>
      </dgm:prSet>
      <dgm:spPr/>
    </dgm:pt>
  </dgm:ptLst>
  <dgm:cxnLst>
    <dgm:cxn modelId="{E7D56F0D-F7E5-694B-BC75-9F195C797C1F}" type="presOf" srcId="{A7628897-1A84-4624-9EF6-D9FF6350F21A}" destId="{AABA6E43-0C3A-5347-83A2-620D0B611DDC}" srcOrd="0" destOrd="0" presId="urn:microsoft.com/office/officeart/2016/7/layout/ChevronBlockProcess"/>
    <dgm:cxn modelId="{038FF216-3F67-4DDF-B559-687429279027}" srcId="{CB8A1310-457C-46C1-B675-4CF9C8D0D070}" destId="{9C5138A6-9FF4-45DA-85F0-87B7E6D7F4A5}" srcOrd="3" destOrd="0" parTransId="{9C58A5E7-3FA6-406A-8135-DAA92F6289B1}" sibTransId="{CF7F3D02-2872-49E1-8E37-63857F3D07EC}"/>
    <dgm:cxn modelId="{9DFE4519-EDE1-9645-AB99-AE740A3EAAE4}" type="presOf" srcId="{CB8A1310-457C-46C1-B675-4CF9C8D0D070}" destId="{382D9E52-98D1-CD49-BD5B-3DB8219D2DF5}" srcOrd="0" destOrd="0" presId="urn:microsoft.com/office/officeart/2016/7/layout/ChevronBlockProcess"/>
    <dgm:cxn modelId="{C2A0ED1A-8B3C-ED44-93CC-B04D20492D1D}" type="presOf" srcId="{2DAE6A43-BEA7-4DEC-8884-662B12AD5228}" destId="{9E97F249-6A11-1D43-9C06-B615E2D607C3}" srcOrd="0" destOrd="0" presId="urn:microsoft.com/office/officeart/2016/7/layout/ChevronBlockProcess"/>
    <dgm:cxn modelId="{FA47E231-B8B3-44B2-A8E5-76E9053CEFB8}" srcId="{CB8A1310-457C-46C1-B675-4CF9C8D0D070}" destId="{F35CB356-0897-4CB2-A438-181D00C1F4B7}" srcOrd="4" destOrd="0" parTransId="{0451982F-E48C-448E-B5C1-271F674B32CF}" sibTransId="{739331AD-CBCA-494B-8C2A-188ABC879562}"/>
    <dgm:cxn modelId="{9AFEA737-DFB6-CC43-84C7-C43BC43753A3}" type="presOf" srcId="{9C5138A6-9FF4-45DA-85F0-87B7E6D7F4A5}" destId="{80EE2D84-969B-1647-BF53-41274420F7D6}" srcOrd="0" destOrd="0" presId="urn:microsoft.com/office/officeart/2016/7/layout/ChevronBlockProcess"/>
    <dgm:cxn modelId="{E2862D3E-6A6C-4C34-B1D5-8F72CEE52BEA}" srcId="{9557A8EF-4369-45DA-839C-06274CE05ABE}" destId="{381C83E1-22CA-4C59-98F5-B9506C3AADF4}" srcOrd="0" destOrd="0" parTransId="{6A854ED5-358F-451E-BEEB-44281207C5D0}" sibTransId="{14272952-3A28-43CB-BC7B-4BBA43E724B1}"/>
    <dgm:cxn modelId="{0A6F7442-E966-D24A-8BDC-847260497599}" type="presOf" srcId="{F35CB356-0897-4CB2-A438-181D00C1F4B7}" destId="{4317EC5D-5E2B-8143-911A-EEC314DA5899}" srcOrd="0" destOrd="0" presId="urn:microsoft.com/office/officeart/2016/7/layout/ChevronBlockProcess"/>
    <dgm:cxn modelId="{F977665E-94EA-4406-B450-BCFACDA6FF5F}" srcId="{9C5138A6-9FF4-45DA-85F0-87B7E6D7F4A5}" destId="{0EAD0AA8-BDF4-407C-B62E-B47B37DA819A}" srcOrd="0" destOrd="0" parTransId="{DF6B43B3-600A-4707-8894-566744634CA5}" sibTransId="{B1A10F3A-A3E0-4E95-B9B6-B689ABBE8B1A}"/>
    <dgm:cxn modelId="{AD03D263-27A0-4BE6-A360-35DD230C2DC0}" srcId="{9A32BD03-345D-4D57-B19A-60ACE46AA805}" destId="{EC6D6F44-8B2C-489B-9A0C-6F47E71F508E}" srcOrd="0" destOrd="0" parTransId="{7176EA29-6B53-4B76-BB3A-1F5F130C1A5B}" sibTransId="{24C052DC-48EC-4121-BEC8-BF32FE64B078}"/>
    <dgm:cxn modelId="{FDB56973-0BF2-4D74-BC8B-88A11BC6D480}" srcId="{CB8A1310-457C-46C1-B675-4CF9C8D0D070}" destId="{9A32BD03-345D-4D57-B19A-60ACE46AA805}" srcOrd="5" destOrd="0" parTransId="{94496D91-CB44-4ACF-B9AE-66475F9E5553}" sibTransId="{B09DD207-460C-4DA3-9A28-38A421F587B7}"/>
    <dgm:cxn modelId="{7B292076-5C5C-5F48-B8A8-1D0779614E24}" type="presOf" srcId="{381C83E1-22CA-4C59-98F5-B9506C3AADF4}" destId="{474075C1-5B23-5E4E-80BB-F034AA0182E3}" srcOrd="0" destOrd="0" presId="urn:microsoft.com/office/officeart/2016/7/layout/ChevronBlockProcess"/>
    <dgm:cxn modelId="{5DE37476-51D2-452C-8811-1F931AD3190D}" srcId="{B0C930D3-BA58-45B2-8B13-75E4E208E15C}" destId="{2DAE6A43-BEA7-4DEC-8884-662B12AD5228}" srcOrd="0" destOrd="0" parTransId="{EE76E980-8E01-4C26-8682-A226E04861DB}" sibTransId="{6A966862-4371-42D8-9B3D-7AA5DCFDC39A}"/>
    <dgm:cxn modelId="{1BAB7781-7157-E74D-8A33-074D45656B73}" type="presOf" srcId="{B5A540E2-88A9-46FF-8ECC-6A9427A3C908}" destId="{BE1216D4-A2F6-E449-A523-E6D78B254CD9}" srcOrd="0" destOrd="0" presId="urn:microsoft.com/office/officeart/2016/7/layout/ChevronBlockProcess"/>
    <dgm:cxn modelId="{73B0738A-84BF-6B4B-9168-A3AEF293F791}" type="presOf" srcId="{0EAD0AA8-BDF4-407C-B62E-B47B37DA819A}" destId="{238E3984-0877-2D41-A05D-41AF7B6326EF}" srcOrd="0" destOrd="0" presId="urn:microsoft.com/office/officeart/2016/7/layout/ChevronBlockProcess"/>
    <dgm:cxn modelId="{84A7A08A-3E9D-3E4F-A295-4DB80B586E9C}" type="presOf" srcId="{B0C930D3-BA58-45B2-8B13-75E4E208E15C}" destId="{3D4B574A-77F7-964E-9204-2C565D2317CF}" srcOrd="0" destOrd="0" presId="urn:microsoft.com/office/officeart/2016/7/layout/ChevronBlockProcess"/>
    <dgm:cxn modelId="{CFB4E68A-D434-504A-ADE6-4F40CBD8E31B}" type="presOf" srcId="{428467BC-0545-4027-8C16-596626BFDED6}" destId="{4111C3F8-40FE-FF40-9371-98B34E103660}" srcOrd="0" destOrd="0" presId="urn:microsoft.com/office/officeart/2016/7/layout/ChevronBlockProcess"/>
    <dgm:cxn modelId="{32A95CA4-7AD7-D94B-93D3-86B021DC38DA}" type="presOf" srcId="{9A32BD03-345D-4D57-B19A-60ACE46AA805}" destId="{6E658D8A-FFF4-C94E-A13C-0BD32978E3EC}" srcOrd="0" destOrd="0" presId="urn:microsoft.com/office/officeart/2016/7/layout/ChevronBlockProcess"/>
    <dgm:cxn modelId="{840D01AA-5B51-4BF1-AA10-8BA4888BE88B}" srcId="{B5A540E2-88A9-46FF-8ECC-6A9427A3C908}" destId="{428467BC-0545-4027-8C16-596626BFDED6}" srcOrd="0" destOrd="0" parTransId="{0B543F7E-78BE-48C3-AC74-997F6D746C92}" sibTransId="{D9D4995F-029F-4A18-BA59-4822DDD7AB7F}"/>
    <dgm:cxn modelId="{3BE6E4AA-80A8-4D84-9DDF-E78C60B80455}" srcId="{CB8A1310-457C-46C1-B675-4CF9C8D0D070}" destId="{B5A540E2-88A9-46FF-8ECC-6A9427A3C908}" srcOrd="1" destOrd="0" parTransId="{467CEA1D-BA11-4D13-8FE5-CABD568DC33D}" sibTransId="{3C46C93F-2913-4905-A7B3-D6CEB920F2E1}"/>
    <dgm:cxn modelId="{6B7BB3AE-6151-48BD-AC77-4AE4AF131014}" srcId="{CB8A1310-457C-46C1-B675-4CF9C8D0D070}" destId="{B0C930D3-BA58-45B2-8B13-75E4E208E15C}" srcOrd="2" destOrd="0" parTransId="{71411368-E2CF-47B8-AD05-8CDB697ED752}" sibTransId="{CF116AF2-CCB0-4D94-B36E-B0CA664A4427}"/>
    <dgm:cxn modelId="{F572C8B7-4759-4659-8800-557F86217A88}" srcId="{CB8A1310-457C-46C1-B675-4CF9C8D0D070}" destId="{9557A8EF-4369-45DA-839C-06274CE05ABE}" srcOrd="0" destOrd="0" parTransId="{7110410A-845A-4FD5-AFBC-0CEF3236F397}" sibTransId="{8625262F-2DEA-4006-9882-CF7F469AAEBE}"/>
    <dgm:cxn modelId="{72E4FFBF-D790-4D3F-8929-46C365081EA4}" srcId="{F35CB356-0897-4CB2-A438-181D00C1F4B7}" destId="{A7628897-1A84-4624-9EF6-D9FF6350F21A}" srcOrd="0" destOrd="0" parTransId="{D9B8E8D7-5A2E-4929-ABF9-B51A247AB01B}" sibTransId="{A593EC5F-99D0-4A27-B5DF-AD963631EB2C}"/>
    <dgm:cxn modelId="{41A184E6-0EDC-C24E-81B1-DBF617B57E64}" type="presOf" srcId="{9557A8EF-4369-45DA-839C-06274CE05ABE}" destId="{DBB1E7B4-5F50-484D-8C44-A55B4AFD3F72}" srcOrd="0" destOrd="0" presId="urn:microsoft.com/office/officeart/2016/7/layout/ChevronBlockProcess"/>
    <dgm:cxn modelId="{797162E8-7A27-8D49-84FB-F77B2B90B288}" type="presOf" srcId="{EC6D6F44-8B2C-489B-9A0C-6F47E71F508E}" destId="{6E1C5329-A772-7449-A2DA-C35C84F9B900}" srcOrd="0" destOrd="0" presId="urn:microsoft.com/office/officeart/2016/7/layout/ChevronBlockProcess"/>
    <dgm:cxn modelId="{FEFC6A91-A649-2740-86F4-A392B36CB62C}" type="presParOf" srcId="{382D9E52-98D1-CD49-BD5B-3DB8219D2DF5}" destId="{56E2C4D4-C3AC-FF47-B40F-08EB81A00AC8}" srcOrd="0" destOrd="0" presId="urn:microsoft.com/office/officeart/2016/7/layout/ChevronBlockProcess"/>
    <dgm:cxn modelId="{7A137DF1-3805-354E-A838-632ECD2BE135}" type="presParOf" srcId="{56E2C4D4-C3AC-FF47-B40F-08EB81A00AC8}" destId="{DBB1E7B4-5F50-484D-8C44-A55B4AFD3F72}" srcOrd="0" destOrd="0" presId="urn:microsoft.com/office/officeart/2016/7/layout/ChevronBlockProcess"/>
    <dgm:cxn modelId="{1ABECC22-7A8E-2544-A45B-23ADCBB8F306}" type="presParOf" srcId="{56E2C4D4-C3AC-FF47-B40F-08EB81A00AC8}" destId="{474075C1-5B23-5E4E-80BB-F034AA0182E3}" srcOrd="1" destOrd="0" presId="urn:microsoft.com/office/officeart/2016/7/layout/ChevronBlockProcess"/>
    <dgm:cxn modelId="{7D9987D5-0879-D049-BD7B-C772D4C39BAF}" type="presParOf" srcId="{382D9E52-98D1-CD49-BD5B-3DB8219D2DF5}" destId="{D903D489-58F4-AB44-A6DD-61A9CF5D4D1F}" srcOrd="1" destOrd="0" presId="urn:microsoft.com/office/officeart/2016/7/layout/ChevronBlockProcess"/>
    <dgm:cxn modelId="{2EE43E5E-C73F-E94D-B3D0-875EC47865BB}" type="presParOf" srcId="{382D9E52-98D1-CD49-BD5B-3DB8219D2DF5}" destId="{395C9852-5107-D341-AF27-6E261274792D}" srcOrd="2" destOrd="0" presId="urn:microsoft.com/office/officeart/2016/7/layout/ChevronBlockProcess"/>
    <dgm:cxn modelId="{C9659ECF-50DA-3C46-AF04-2846B8135B58}" type="presParOf" srcId="{395C9852-5107-D341-AF27-6E261274792D}" destId="{BE1216D4-A2F6-E449-A523-E6D78B254CD9}" srcOrd="0" destOrd="0" presId="urn:microsoft.com/office/officeart/2016/7/layout/ChevronBlockProcess"/>
    <dgm:cxn modelId="{9E586CB7-E182-134B-9569-42A4446B6154}" type="presParOf" srcId="{395C9852-5107-D341-AF27-6E261274792D}" destId="{4111C3F8-40FE-FF40-9371-98B34E103660}" srcOrd="1" destOrd="0" presId="urn:microsoft.com/office/officeart/2016/7/layout/ChevronBlockProcess"/>
    <dgm:cxn modelId="{5F7616AD-089F-664A-B7EE-56095FD52119}" type="presParOf" srcId="{382D9E52-98D1-CD49-BD5B-3DB8219D2DF5}" destId="{1AC1E3BE-8511-DB4A-92C9-47F10275C863}" srcOrd="3" destOrd="0" presId="urn:microsoft.com/office/officeart/2016/7/layout/ChevronBlockProcess"/>
    <dgm:cxn modelId="{29CEE694-F0ED-674C-8F05-9DE6920D249D}" type="presParOf" srcId="{382D9E52-98D1-CD49-BD5B-3DB8219D2DF5}" destId="{2D03F293-1819-8A43-8599-2E474F9C7C6D}" srcOrd="4" destOrd="0" presId="urn:microsoft.com/office/officeart/2016/7/layout/ChevronBlockProcess"/>
    <dgm:cxn modelId="{48C1CA1B-6D68-744F-97E3-364CC3FA10B5}" type="presParOf" srcId="{2D03F293-1819-8A43-8599-2E474F9C7C6D}" destId="{3D4B574A-77F7-964E-9204-2C565D2317CF}" srcOrd="0" destOrd="0" presId="urn:microsoft.com/office/officeart/2016/7/layout/ChevronBlockProcess"/>
    <dgm:cxn modelId="{F89EC035-345E-B540-8847-966F1A76AC89}" type="presParOf" srcId="{2D03F293-1819-8A43-8599-2E474F9C7C6D}" destId="{9E97F249-6A11-1D43-9C06-B615E2D607C3}" srcOrd="1" destOrd="0" presId="urn:microsoft.com/office/officeart/2016/7/layout/ChevronBlockProcess"/>
    <dgm:cxn modelId="{DF1ED271-B0D8-F041-B20E-7E4385BE7F24}" type="presParOf" srcId="{382D9E52-98D1-CD49-BD5B-3DB8219D2DF5}" destId="{ADCAB923-3129-DF4D-AFDB-4D5C6E7E5536}" srcOrd="5" destOrd="0" presId="urn:microsoft.com/office/officeart/2016/7/layout/ChevronBlockProcess"/>
    <dgm:cxn modelId="{31A6C906-DC8C-3D47-A76C-78ED2B68F82B}" type="presParOf" srcId="{382D9E52-98D1-CD49-BD5B-3DB8219D2DF5}" destId="{3D54DC65-6A82-8D44-9BFF-CE1BAEF9F9D9}" srcOrd="6" destOrd="0" presId="urn:microsoft.com/office/officeart/2016/7/layout/ChevronBlockProcess"/>
    <dgm:cxn modelId="{78B7638C-4012-4C48-B065-4BFE6D559DFC}" type="presParOf" srcId="{3D54DC65-6A82-8D44-9BFF-CE1BAEF9F9D9}" destId="{80EE2D84-969B-1647-BF53-41274420F7D6}" srcOrd="0" destOrd="0" presId="urn:microsoft.com/office/officeart/2016/7/layout/ChevronBlockProcess"/>
    <dgm:cxn modelId="{AB40C6CB-0FC3-4545-98ED-70630DBDDC99}" type="presParOf" srcId="{3D54DC65-6A82-8D44-9BFF-CE1BAEF9F9D9}" destId="{238E3984-0877-2D41-A05D-41AF7B6326EF}" srcOrd="1" destOrd="0" presId="urn:microsoft.com/office/officeart/2016/7/layout/ChevronBlockProcess"/>
    <dgm:cxn modelId="{138AE575-B54A-C94E-9952-68B9FAA4E151}" type="presParOf" srcId="{382D9E52-98D1-CD49-BD5B-3DB8219D2DF5}" destId="{83B19C41-681E-8649-8333-08FA0B67A58F}" srcOrd="7" destOrd="0" presId="urn:microsoft.com/office/officeart/2016/7/layout/ChevronBlockProcess"/>
    <dgm:cxn modelId="{715ACF3A-C212-6D4D-8B28-ABB5A1A6F4C7}" type="presParOf" srcId="{382D9E52-98D1-CD49-BD5B-3DB8219D2DF5}" destId="{D4B66CBA-7835-F948-B219-B1E508351F8F}" srcOrd="8" destOrd="0" presId="urn:microsoft.com/office/officeart/2016/7/layout/ChevronBlockProcess"/>
    <dgm:cxn modelId="{874B3241-22E7-AE4F-A844-C52DC7C21A43}" type="presParOf" srcId="{D4B66CBA-7835-F948-B219-B1E508351F8F}" destId="{4317EC5D-5E2B-8143-911A-EEC314DA5899}" srcOrd="0" destOrd="0" presId="urn:microsoft.com/office/officeart/2016/7/layout/ChevronBlockProcess"/>
    <dgm:cxn modelId="{C5AF6250-8589-EB44-B58C-8E5823E9F477}" type="presParOf" srcId="{D4B66CBA-7835-F948-B219-B1E508351F8F}" destId="{AABA6E43-0C3A-5347-83A2-620D0B611DDC}" srcOrd="1" destOrd="0" presId="urn:microsoft.com/office/officeart/2016/7/layout/ChevronBlockProcess"/>
    <dgm:cxn modelId="{1C868D9E-E60C-F045-8817-47F711BB895A}" type="presParOf" srcId="{382D9E52-98D1-CD49-BD5B-3DB8219D2DF5}" destId="{1578597E-4E46-8B48-BF44-24FAB019381D}" srcOrd="9" destOrd="0" presId="urn:microsoft.com/office/officeart/2016/7/layout/ChevronBlockProcess"/>
    <dgm:cxn modelId="{217CE850-C501-064F-A1CC-A45DA221EABE}" type="presParOf" srcId="{382D9E52-98D1-CD49-BD5B-3DB8219D2DF5}" destId="{1166EB57-3E61-9E4C-9DAB-6E3B3E58C3F8}" srcOrd="10" destOrd="0" presId="urn:microsoft.com/office/officeart/2016/7/layout/ChevronBlockProcess"/>
    <dgm:cxn modelId="{26965FF3-8307-CB46-85FC-8CBA69B43645}" type="presParOf" srcId="{1166EB57-3E61-9E4C-9DAB-6E3B3E58C3F8}" destId="{6E658D8A-FFF4-C94E-A13C-0BD32978E3EC}" srcOrd="0" destOrd="0" presId="urn:microsoft.com/office/officeart/2016/7/layout/ChevronBlockProcess"/>
    <dgm:cxn modelId="{30DA9119-5B5A-2246-8C65-D992BB433F85}" type="presParOf" srcId="{1166EB57-3E61-9E4C-9DAB-6E3B3E58C3F8}" destId="{6E1C5329-A772-7449-A2DA-C35C84F9B900}"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B44E9-15CB-1B43-B414-EAE4438D9127}">
      <dsp:nvSpPr>
        <dsp:cNvPr id="0" name=""/>
        <dsp:cNvSpPr/>
      </dsp:nvSpPr>
      <dsp:spPr>
        <a:xfrm>
          <a:off x="3620" y="617014"/>
          <a:ext cx="1960103" cy="117606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Total Budget</a:t>
          </a:r>
          <a:br>
            <a:rPr lang="en-US" sz="1700" kern="1200" dirty="0"/>
          </a:br>
          <a:br>
            <a:rPr lang="en-US" sz="1700" kern="1200" dirty="0"/>
          </a:br>
          <a:r>
            <a:rPr lang="en-US" sz="1700" b="1" kern="1200" dirty="0"/>
            <a:t>$921</a:t>
          </a:r>
        </a:p>
      </dsp:txBody>
      <dsp:txXfrm>
        <a:off x="3620" y="617014"/>
        <a:ext cx="1960103" cy="1176062"/>
      </dsp:txXfrm>
    </dsp:sp>
    <dsp:sp modelId="{000D4239-B1B9-3A4B-B31E-81AB2AB80A8C}">
      <dsp:nvSpPr>
        <dsp:cNvPr id="0" name=""/>
        <dsp:cNvSpPr/>
      </dsp:nvSpPr>
      <dsp:spPr>
        <a:xfrm>
          <a:off x="2159734" y="617014"/>
          <a:ext cx="1960103" cy="117606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Total Conversions from Google Ads</a:t>
          </a:r>
          <a:br>
            <a:rPr lang="en-US" sz="1700" kern="1200" dirty="0"/>
          </a:br>
          <a:r>
            <a:rPr lang="en-US" sz="1700" kern="1200" dirty="0"/>
            <a:t> </a:t>
          </a:r>
          <a:br>
            <a:rPr lang="en-US" sz="1700" kern="1200" dirty="0"/>
          </a:br>
          <a:r>
            <a:rPr lang="en-US" sz="1700" b="1" kern="1200" dirty="0"/>
            <a:t>495</a:t>
          </a:r>
        </a:p>
      </dsp:txBody>
      <dsp:txXfrm>
        <a:off x="2159734" y="617014"/>
        <a:ext cx="1960103" cy="1176062"/>
      </dsp:txXfrm>
    </dsp:sp>
    <dsp:sp modelId="{5B6DFDF7-7B70-FF44-9D00-F80F72BEB6E0}">
      <dsp:nvSpPr>
        <dsp:cNvPr id="0" name=""/>
        <dsp:cNvSpPr/>
      </dsp:nvSpPr>
      <dsp:spPr>
        <a:xfrm>
          <a:off x="4315847" y="617014"/>
          <a:ext cx="1960103" cy="117606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Total Impressions from Google Ads</a:t>
          </a:r>
          <a:br>
            <a:rPr lang="en-US" sz="1700" kern="1200" dirty="0"/>
          </a:br>
          <a:br>
            <a:rPr lang="en-US" sz="1700" kern="1200" dirty="0"/>
          </a:br>
          <a:r>
            <a:rPr lang="en-US" sz="1700" b="1" kern="1200" dirty="0"/>
            <a:t>94,487</a:t>
          </a:r>
        </a:p>
      </dsp:txBody>
      <dsp:txXfrm>
        <a:off x="4315847" y="617014"/>
        <a:ext cx="1960103" cy="1176062"/>
      </dsp:txXfrm>
    </dsp:sp>
    <dsp:sp modelId="{40F35B0B-EB01-D64B-8011-F39A3317D8A5}">
      <dsp:nvSpPr>
        <dsp:cNvPr id="0" name=""/>
        <dsp:cNvSpPr/>
      </dsp:nvSpPr>
      <dsp:spPr>
        <a:xfrm>
          <a:off x="6471961" y="617014"/>
          <a:ext cx="1960103" cy="117606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Total clicks from Google Ads </a:t>
          </a:r>
          <a:br>
            <a:rPr lang="en-US" sz="1700" kern="1200" dirty="0"/>
          </a:br>
          <a:br>
            <a:rPr lang="en-US" sz="1700" kern="1200" dirty="0"/>
          </a:br>
          <a:r>
            <a:rPr lang="en-US" sz="1700" b="1" kern="1200" dirty="0"/>
            <a:t> 8,751</a:t>
          </a:r>
        </a:p>
      </dsp:txBody>
      <dsp:txXfrm>
        <a:off x="6471961" y="617014"/>
        <a:ext cx="1960103" cy="1176062"/>
      </dsp:txXfrm>
    </dsp:sp>
    <dsp:sp modelId="{3F195EEF-0168-5C43-A5AF-0D863C295732}">
      <dsp:nvSpPr>
        <dsp:cNvPr id="0" name=""/>
        <dsp:cNvSpPr/>
      </dsp:nvSpPr>
      <dsp:spPr>
        <a:xfrm>
          <a:off x="8628075" y="617014"/>
          <a:ext cx="1960103" cy="1176062"/>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Total Impressions from Facebook Ad</a:t>
          </a:r>
        </a:p>
        <a:p>
          <a:pPr marL="0" lvl="0" indent="0" algn="ctr" defTabSz="755650">
            <a:lnSpc>
              <a:spcPct val="90000"/>
            </a:lnSpc>
            <a:spcBef>
              <a:spcPct val="0"/>
            </a:spcBef>
            <a:spcAft>
              <a:spcPct val="35000"/>
            </a:spcAft>
            <a:buNone/>
          </a:pPr>
          <a:br>
            <a:rPr lang="en-US" sz="1700" kern="1200" dirty="0"/>
          </a:br>
          <a:r>
            <a:rPr lang="en-US" sz="1700" b="1" kern="1200" dirty="0"/>
            <a:t>1,287,746</a:t>
          </a:r>
        </a:p>
      </dsp:txBody>
      <dsp:txXfrm>
        <a:off x="8628075" y="617014"/>
        <a:ext cx="1960103" cy="11760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54A36-887D-3E4C-B67E-CE1C67DA589F}">
      <dsp:nvSpPr>
        <dsp:cNvPr id="0" name=""/>
        <dsp:cNvSpPr/>
      </dsp:nvSpPr>
      <dsp:spPr>
        <a:xfrm>
          <a:off x="2274685" y="2625"/>
          <a:ext cx="9098741" cy="760251"/>
        </a:xfrm>
        <a:prstGeom prst="rect">
          <a:avLst/>
        </a:prstGeom>
        <a:solidFill>
          <a:schemeClr val="tx1">
            <a:lumMod val="50000"/>
            <a:lumOff val="50000"/>
            <a:alpha val="9000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bg1"/>
              </a:solidFill>
              <a:latin typeface="Apple Chancery" panose="03020702040506060504" pitchFamily="66" charset="-79"/>
              <a:cs typeface="Apple Chancery" panose="03020702040506060504" pitchFamily="66" charset="-79"/>
            </a:rPr>
            <a:t>Reallocate your budget by spending more on keywords or ad groups that are performing well and less on those that aren’t. Introduce re-marketing campaigns to re-engage high potential users.</a:t>
          </a:r>
        </a:p>
      </dsp:txBody>
      <dsp:txXfrm>
        <a:off x="2274685" y="2625"/>
        <a:ext cx="9098741" cy="760251"/>
      </dsp:txXfrm>
    </dsp:sp>
    <dsp:sp modelId="{D6EC39FF-A8A7-8D4C-A2E9-A9596F8544C1}">
      <dsp:nvSpPr>
        <dsp:cNvPr id="0" name=""/>
        <dsp:cNvSpPr/>
      </dsp:nvSpPr>
      <dsp:spPr>
        <a:xfrm>
          <a:off x="0" y="2625"/>
          <a:ext cx="2274685" cy="760251"/>
        </a:xfrm>
        <a:prstGeom prst="rect">
          <a:avLst/>
        </a:prstGeom>
        <a:solidFill>
          <a:schemeClr val="tx1">
            <a:lumMod val="65000"/>
            <a:lumOff val="3500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latin typeface="APPLE CHANCERY" panose="03020702040506060504" pitchFamily="66" charset="-79"/>
              <a:cs typeface="APPLE CHANCERY" panose="03020702040506060504" pitchFamily="66" charset="-79"/>
            </a:rPr>
            <a:t>Track/Modify</a:t>
          </a:r>
          <a:endParaRPr lang="en-US" sz="1600" b="1" kern="1200">
            <a:latin typeface="Apple Chancery" panose="03020702040506060504" pitchFamily="66" charset="-79"/>
            <a:cs typeface="Apple Chancery" panose="03020702040506060504" pitchFamily="66" charset="-79"/>
          </a:endParaRPr>
        </a:p>
      </dsp:txBody>
      <dsp:txXfrm>
        <a:off x="0" y="2625"/>
        <a:ext cx="2274685" cy="760251"/>
      </dsp:txXfrm>
    </dsp:sp>
    <dsp:sp modelId="{FCABBF29-67BB-AE4C-87E6-C33AFB6CBD93}">
      <dsp:nvSpPr>
        <dsp:cNvPr id="0" name=""/>
        <dsp:cNvSpPr/>
      </dsp:nvSpPr>
      <dsp:spPr>
        <a:xfrm>
          <a:off x="2274685" y="808491"/>
          <a:ext cx="9098741" cy="760251"/>
        </a:xfrm>
        <a:prstGeom prst="rect">
          <a:avLst/>
        </a:prstGeom>
        <a:solidFill>
          <a:schemeClr val="accent2">
            <a:lumMod val="75000"/>
            <a:alpha val="90000"/>
          </a:schemeClr>
        </a:solidFill>
        <a:ln w="19050" cap="flat" cmpd="sng" algn="ctr">
          <a:solidFill>
            <a:schemeClr val="accent2">
              <a:tint val="40000"/>
              <a:alpha val="90000"/>
              <a:hueOff val="1122454"/>
              <a:satOff val="-10372"/>
              <a:lumOff val="-11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Plan your advertisements to run on the days or hours when your target audience is most engaged.</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808491"/>
        <a:ext cx="9098741" cy="760251"/>
      </dsp:txXfrm>
    </dsp:sp>
    <dsp:sp modelId="{10C2A677-A7B9-0246-B7E7-18ED4B5AC191}">
      <dsp:nvSpPr>
        <dsp:cNvPr id="0" name=""/>
        <dsp:cNvSpPr/>
      </dsp:nvSpPr>
      <dsp:spPr>
        <a:xfrm>
          <a:off x="0" y="808491"/>
          <a:ext cx="2274685" cy="760251"/>
        </a:xfrm>
        <a:prstGeom prst="rect">
          <a:avLst/>
        </a:prstGeom>
        <a:solidFill>
          <a:schemeClr val="accent2">
            <a:lumMod val="75000"/>
          </a:schemeClr>
        </a:solidFill>
        <a:ln w="19050" cap="flat" cmpd="sng" algn="ctr">
          <a:solidFill>
            <a:schemeClr val="accent2">
              <a:hueOff val="1073935"/>
              <a:satOff val="-3082"/>
              <a:lumOff val="-49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latin typeface="APPLE CHANCERY" panose="03020702040506060504" pitchFamily="66" charset="-79"/>
              <a:cs typeface="APPLE CHANCERY" panose="03020702040506060504" pitchFamily="66" charset="-79"/>
            </a:rPr>
            <a:t>Dayparting</a:t>
          </a:r>
          <a:endParaRPr lang="en-US" sz="1600" b="1" kern="1200">
            <a:latin typeface="Apple Chancery" panose="03020702040506060504" pitchFamily="66" charset="-79"/>
            <a:cs typeface="Apple Chancery" panose="03020702040506060504" pitchFamily="66" charset="-79"/>
          </a:endParaRPr>
        </a:p>
      </dsp:txBody>
      <dsp:txXfrm>
        <a:off x="0" y="808491"/>
        <a:ext cx="2274685" cy="760251"/>
      </dsp:txXfrm>
    </dsp:sp>
    <dsp:sp modelId="{690EE7F7-48BD-E74F-A5B5-71CD54E69787}">
      <dsp:nvSpPr>
        <dsp:cNvPr id="0" name=""/>
        <dsp:cNvSpPr/>
      </dsp:nvSpPr>
      <dsp:spPr>
        <a:xfrm>
          <a:off x="2274685" y="1614357"/>
          <a:ext cx="9098741" cy="760251"/>
        </a:xfrm>
        <a:prstGeom prst="rect">
          <a:avLst/>
        </a:prstGeom>
        <a:solidFill>
          <a:srgbClr val="84BDA7">
            <a:alpha val="90000"/>
          </a:srgbClr>
        </a:solidFill>
        <a:ln w="19050" cap="flat" cmpd="sng" algn="ctr">
          <a:solidFill>
            <a:schemeClr val="accent2">
              <a:tint val="40000"/>
              <a:alpha val="90000"/>
              <a:hueOff val="2244908"/>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 </a:t>
          </a:r>
          <a:r>
            <a:rPr lang="en-US" sz="1600" b="1" kern="1200">
              <a:solidFill>
                <a:schemeClr val="bg1"/>
              </a:solidFill>
              <a:latin typeface="Apple Chancery" panose="03020702040506060504" pitchFamily="66" charset="-79"/>
              <a:cs typeface="Apple Chancery" panose="03020702040506060504" pitchFamily="66" charset="-79"/>
            </a:rPr>
            <a:t>Give top priority to advertising expenditures for campaigns that yield the highest return on investment (ROI).</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1614357"/>
        <a:ext cx="9098741" cy="760251"/>
      </dsp:txXfrm>
    </dsp:sp>
    <dsp:sp modelId="{E37EF85D-0C80-214B-B03E-F51AD3E882D5}">
      <dsp:nvSpPr>
        <dsp:cNvPr id="0" name=""/>
        <dsp:cNvSpPr/>
      </dsp:nvSpPr>
      <dsp:spPr>
        <a:xfrm>
          <a:off x="0" y="1614357"/>
          <a:ext cx="2274685" cy="760251"/>
        </a:xfrm>
        <a:prstGeom prst="rect">
          <a:avLst/>
        </a:prstGeom>
        <a:solidFill>
          <a:srgbClr val="84BDA7"/>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APPLE CHANCERY" panose="03020702040506060504" pitchFamily="66" charset="-79"/>
              <a:cs typeface="APPLE CHANCERY" panose="03020702040506060504" pitchFamily="66" charset="-79"/>
            </a:rPr>
            <a:t>Focus on cost-per-conversion</a:t>
          </a:r>
          <a:endParaRPr lang="en-US" sz="1600" b="1" kern="1200" dirty="0">
            <a:latin typeface="Apple Chancery" panose="03020702040506060504" pitchFamily="66" charset="-79"/>
            <a:cs typeface="Apple Chancery" panose="03020702040506060504" pitchFamily="66" charset="-79"/>
          </a:endParaRPr>
        </a:p>
      </dsp:txBody>
      <dsp:txXfrm>
        <a:off x="0" y="1614357"/>
        <a:ext cx="2274685" cy="760251"/>
      </dsp:txXfrm>
    </dsp:sp>
    <dsp:sp modelId="{2D492E7D-788E-9E45-BDEC-0E432719DEA7}">
      <dsp:nvSpPr>
        <dsp:cNvPr id="0" name=""/>
        <dsp:cNvSpPr/>
      </dsp:nvSpPr>
      <dsp:spPr>
        <a:xfrm>
          <a:off x="2274685" y="2420223"/>
          <a:ext cx="9098741" cy="760251"/>
        </a:xfrm>
        <a:prstGeom prst="rect">
          <a:avLst/>
        </a:prstGeom>
        <a:solidFill>
          <a:schemeClr val="accent6">
            <a:lumMod val="75000"/>
            <a:alpha val="90000"/>
          </a:schemeClr>
        </a:solidFill>
        <a:ln w="19050" cap="flat" cmpd="sng" algn="ctr">
          <a:solidFill>
            <a:schemeClr val="accent2">
              <a:tint val="40000"/>
              <a:alpha val="90000"/>
              <a:hueOff val="3367362"/>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To find irrelevant and high-performing keywords, use search term reports. Use negative keywords to weed out traffic that isn't qualified.</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2420223"/>
        <a:ext cx="9098741" cy="760251"/>
      </dsp:txXfrm>
    </dsp:sp>
    <dsp:sp modelId="{AF0E22B7-7538-134F-9F02-12458870B6DE}">
      <dsp:nvSpPr>
        <dsp:cNvPr id="0" name=""/>
        <dsp:cNvSpPr/>
      </dsp:nvSpPr>
      <dsp:spPr>
        <a:xfrm>
          <a:off x="0" y="2420223"/>
          <a:ext cx="2274685" cy="760251"/>
        </a:xfrm>
        <a:prstGeom prst="rect">
          <a:avLst/>
        </a:prstGeom>
        <a:solidFill>
          <a:schemeClr val="accent6">
            <a:lumMod val="75000"/>
          </a:schemeClr>
        </a:solidFill>
        <a:ln w="19050" cap="flat" cmpd="sng" algn="ctr">
          <a:solidFill>
            <a:schemeClr val="accent2">
              <a:hueOff val="3221806"/>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latin typeface="Apple Chancery" panose="03020702040506060504" pitchFamily="66" charset="-79"/>
              <a:cs typeface="Apple Chancery" panose="03020702040506060504" pitchFamily="66" charset="-79"/>
            </a:rPr>
            <a:t>Optimize your keywords</a:t>
          </a:r>
        </a:p>
      </dsp:txBody>
      <dsp:txXfrm>
        <a:off x="0" y="2420223"/>
        <a:ext cx="2274685" cy="760251"/>
      </dsp:txXfrm>
    </dsp:sp>
    <dsp:sp modelId="{34CB4E29-2FE8-CD41-8095-C8E9B01379DE}">
      <dsp:nvSpPr>
        <dsp:cNvPr id="0" name=""/>
        <dsp:cNvSpPr/>
      </dsp:nvSpPr>
      <dsp:spPr>
        <a:xfrm>
          <a:off x="2274685" y="3226090"/>
          <a:ext cx="9098741" cy="760251"/>
        </a:xfrm>
        <a:prstGeom prst="rect">
          <a:avLst/>
        </a:prstGeom>
        <a:solidFill>
          <a:srgbClr val="7030A0">
            <a:alpha val="90000"/>
          </a:srgbClr>
        </a:solidFill>
        <a:ln w="19050" cap="flat" cmpd="sng" algn="ctr">
          <a:solidFill>
            <a:schemeClr val="accent2">
              <a:tint val="40000"/>
              <a:alpha val="90000"/>
              <a:hueOff val="4489816"/>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 To further customize your </a:t>
          </a:r>
          <a:r>
            <a:rPr lang="en-US" sz="1600" b="1" kern="1200">
              <a:solidFill>
                <a:schemeClr val="bg1"/>
              </a:solidFill>
              <a:latin typeface="APPLE CHANCERY" panose="03020702040506060504" pitchFamily="66" charset="-79"/>
              <a:cs typeface="APPLE CHANCERY" panose="03020702040506060504" pitchFamily="66" charset="-79"/>
            </a:rPr>
            <a:t>adverts, concentrate on particular audience demographics, interests, or remarketing lists.</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3226090"/>
        <a:ext cx="9098741" cy="760251"/>
      </dsp:txXfrm>
    </dsp:sp>
    <dsp:sp modelId="{4DC07CB4-9251-3A4A-ACCF-B4E1D1BE5115}">
      <dsp:nvSpPr>
        <dsp:cNvPr id="0" name=""/>
        <dsp:cNvSpPr/>
      </dsp:nvSpPr>
      <dsp:spPr>
        <a:xfrm>
          <a:off x="0" y="3226090"/>
          <a:ext cx="2274685" cy="760251"/>
        </a:xfrm>
        <a:prstGeom prst="rect">
          <a:avLst/>
        </a:prstGeom>
        <a:solidFill>
          <a:srgbClr val="7030A0"/>
        </a:solidFill>
        <a:ln w="19050" cap="flat" cmpd="sng" algn="ctr">
          <a:solidFill>
            <a:schemeClr val="accent2">
              <a:hueOff val="4295742"/>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latin typeface="Apple Chancery" panose="03020702040506060504" pitchFamily="66" charset="-79"/>
              <a:cs typeface="Apple Chancery" panose="03020702040506060504" pitchFamily="66" charset="-79"/>
            </a:rPr>
            <a:t>Segmenting the audience</a:t>
          </a:r>
        </a:p>
      </dsp:txBody>
      <dsp:txXfrm>
        <a:off x="0" y="3226090"/>
        <a:ext cx="2274685" cy="760251"/>
      </dsp:txXfrm>
    </dsp:sp>
    <dsp:sp modelId="{BE95465F-5D68-CB49-B32D-A73E07B5F495}">
      <dsp:nvSpPr>
        <dsp:cNvPr id="0" name=""/>
        <dsp:cNvSpPr/>
      </dsp:nvSpPr>
      <dsp:spPr>
        <a:xfrm>
          <a:off x="2274685" y="4031956"/>
          <a:ext cx="9098741" cy="760251"/>
        </a:xfrm>
        <a:prstGeom prst="rect">
          <a:avLst/>
        </a:prstGeom>
        <a:solidFill>
          <a:srgbClr val="006F19">
            <a:alpha val="89804"/>
          </a:srgbClr>
        </a:solidFill>
        <a:ln w="19050" cap="flat" cmpd="sng" algn="ctr">
          <a:solidFill>
            <a:schemeClr val="accent2">
              <a:tint val="40000"/>
              <a:alpha val="90000"/>
              <a:hueOff val="5612270"/>
              <a:satOff val="-51860"/>
              <a:lumOff val="-58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 To give priority to areas or places with a better conversion rate, change the geographic parameters.</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4031956"/>
        <a:ext cx="9098741" cy="760251"/>
      </dsp:txXfrm>
    </dsp:sp>
    <dsp:sp modelId="{E93625BA-010C-EA4C-A9C4-A46F4FC8CF02}">
      <dsp:nvSpPr>
        <dsp:cNvPr id="0" name=""/>
        <dsp:cNvSpPr/>
      </dsp:nvSpPr>
      <dsp:spPr>
        <a:xfrm>
          <a:off x="0" y="4031956"/>
          <a:ext cx="2274685" cy="760251"/>
        </a:xfrm>
        <a:prstGeom prst="rect">
          <a:avLst/>
        </a:prstGeom>
        <a:solidFill>
          <a:schemeClr val="accent2">
            <a:hueOff val="5369677"/>
            <a:satOff val="-15411"/>
            <a:lumOff val="-24674"/>
            <a:alphaOff val="0"/>
          </a:schemeClr>
        </a:solidFill>
        <a:ln w="19050" cap="flat" cmpd="sng" algn="ctr">
          <a:solidFill>
            <a:schemeClr val="accent2">
              <a:hueOff val="5369677"/>
              <a:satOff val="-15411"/>
              <a:lumOff val="-2467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latin typeface="Apple Chancery" panose="03020702040506060504" pitchFamily="66" charset="-79"/>
              <a:cs typeface="Apple Chancery" panose="03020702040506060504" pitchFamily="66" charset="-79"/>
            </a:rPr>
            <a:t>Geo-targeting</a:t>
          </a:r>
        </a:p>
      </dsp:txBody>
      <dsp:txXfrm>
        <a:off x="0" y="4031956"/>
        <a:ext cx="2274685" cy="760251"/>
      </dsp:txXfrm>
    </dsp:sp>
    <dsp:sp modelId="{10909ADE-1D87-0D4F-890A-ED999E22BAF1}">
      <dsp:nvSpPr>
        <dsp:cNvPr id="0" name=""/>
        <dsp:cNvSpPr/>
      </dsp:nvSpPr>
      <dsp:spPr>
        <a:xfrm>
          <a:off x="2274685" y="4837822"/>
          <a:ext cx="9098741" cy="760251"/>
        </a:xfrm>
        <a:prstGeom prst="rect">
          <a:avLst/>
        </a:prstGeom>
        <a:solidFill>
          <a:srgbClr val="006F19">
            <a:alpha val="89804"/>
          </a:srgbClr>
        </a:solidFill>
        <a:ln w="19050" cap="flat" cmpd="sng" algn="ctr">
          <a:solidFill>
            <a:schemeClr val="accent2">
              <a:tint val="40000"/>
              <a:alpha val="90000"/>
              <a:hueOff val="6734724"/>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41" tIns="193104" rIns="176541" bIns="193104" numCol="1" spcCol="1270" anchor="ctr" anchorCtr="0">
          <a:noAutofit/>
        </a:bodyPr>
        <a:lstStyle/>
        <a:p>
          <a:pPr marL="0" lvl="0" indent="0" algn="l"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A/B testing to refine ad Copy and creative assests.</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2274685" y="4837822"/>
        <a:ext cx="9098741" cy="760251"/>
      </dsp:txXfrm>
    </dsp:sp>
    <dsp:sp modelId="{F4B2C3D3-4B79-3A4B-85B4-5682B8465C37}">
      <dsp:nvSpPr>
        <dsp:cNvPr id="0" name=""/>
        <dsp:cNvSpPr/>
      </dsp:nvSpPr>
      <dsp:spPr>
        <a:xfrm>
          <a:off x="0" y="4837822"/>
          <a:ext cx="2274685" cy="760251"/>
        </a:xfrm>
        <a:prstGeom prst="rect">
          <a:avLst/>
        </a:prstGeom>
        <a:solidFill>
          <a:srgbClr val="006F19">
            <a:alpha val="89804"/>
          </a:srgb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69" tIns="75096" rIns="120369" bIns="75096" numCol="1" spcCol="1270" anchor="ctr" anchorCtr="0">
          <a:noAutofit/>
        </a:bodyPr>
        <a:lstStyle/>
        <a:p>
          <a:pPr marL="0" lvl="0" indent="0" algn="ctr" defTabSz="711200">
            <a:lnSpc>
              <a:spcPct val="90000"/>
            </a:lnSpc>
            <a:spcBef>
              <a:spcPct val="0"/>
            </a:spcBef>
            <a:spcAft>
              <a:spcPct val="35000"/>
            </a:spcAft>
            <a:buNone/>
          </a:pPr>
          <a:r>
            <a:rPr lang="en-US" sz="1600" b="1" kern="1200">
              <a:solidFill>
                <a:schemeClr val="bg1"/>
              </a:solidFill>
              <a:latin typeface="Apple Chancery" panose="03020702040506060504" pitchFamily="66" charset="-79"/>
              <a:cs typeface="Apple Chancery" panose="03020702040506060504" pitchFamily="66" charset="-79"/>
            </a:rPr>
            <a:t>A/B Testing</a:t>
          </a:r>
          <a:endParaRPr lang="en-US" sz="1600" b="1" kern="1200" dirty="0">
            <a:solidFill>
              <a:schemeClr val="bg1"/>
            </a:solidFill>
            <a:latin typeface="Apple Chancery" panose="03020702040506060504" pitchFamily="66" charset="-79"/>
            <a:cs typeface="Apple Chancery" panose="03020702040506060504" pitchFamily="66" charset="-79"/>
          </a:endParaRPr>
        </a:p>
      </dsp:txBody>
      <dsp:txXfrm>
        <a:off x="0" y="4837822"/>
        <a:ext cx="2274685" cy="7602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02F49F-DD91-E840-A9FB-68E4F66CEB31}">
      <dsp:nvSpPr>
        <dsp:cNvPr id="0" name=""/>
        <dsp:cNvSpPr/>
      </dsp:nvSpPr>
      <dsp:spPr>
        <a:xfrm>
          <a:off x="0" y="4869419"/>
          <a:ext cx="11226800" cy="639108"/>
        </a:xfrm>
        <a:prstGeom prst="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1270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a:t>Budget Planning:</a:t>
          </a:r>
          <a:r>
            <a:rPr lang="en-US" sz="1500" kern="1200"/>
            <a:t> Allocated $1,500 strategically, adjusting based on platform performance and ROI.</a:t>
          </a:r>
          <a:endParaRPr lang="en-US" sz="1500" kern="1200" dirty="0"/>
        </a:p>
      </dsp:txBody>
      <dsp:txXfrm>
        <a:off x="0" y="4869419"/>
        <a:ext cx="11226800" cy="639108"/>
      </dsp:txXfrm>
    </dsp:sp>
    <dsp:sp modelId="{02A7F517-21E4-A845-B46B-387E4F8E2B64}">
      <dsp:nvSpPr>
        <dsp:cNvPr id="0" name=""/>
        <dsp:cNvSpPr/>
      </dsp:nvSpPr>
      <dsp:spPr>
        <a:xfrm rot="10800000">
          <a:off x="0" y="3896056"/>
          <a:ext cx="11226800" cy="982949"/>
        </a:xfrm>
        <a:prstGeom prst="upArrowCallou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1270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Keyword Strategy:</a:t>
          </a:r>
          <a:r>
            <a:rPr lang="en-US" sz="1500" kern="1200" dirty="0"/>
            <a:t> To Focus on terms like “Wright State University,” “STEM degree in the USA,” and “affordable marketing programs.”</a:t>
          </a:r>
        </a:p>
      </dsp:txBody>
      <dsp:txXfrm rot="10800000">
        <a:off x="0" y="3896056"/>
        <a:ext cx="11226800" cy="638691"/>
      </dsp:txXfrm>
    </dsp:sp>
    <dsp:sp modelId="{7927AFF4-3FC4-304E-81BF-8666707271C9}">
      <dsp:nvSpPr>
        <dsp:cNvPr id="0" name=""/>
        <dsp:cNvSpPr/>
      </dsp:nvSpPr>
      <dsp:spPr>
        <a:xfrm rot="10800000">
          <a:off x="0" y="2922694"/>
          <a:ext cx="11226800" cy="982949"/>
        </a:xfrm>
        <a:prstGeom prst="upArrowCallou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Platform Selection:</a:t>
          </a:r>
          <a:r>
            <a:rPr lang="en-US" sz="1500" kern="1200" dirty="0"/>
            <a:t> Google Ads to capture intent-based audiences searching for STEM courses. Facebook and Instagram to reach a broad audience through engaging visuals.</a:t>
          </a:r>
        </a:p>
      </dsp:txBody>
      <dsp:txXfrm rot="10800000">
        <a:off x="0" y="2922694"/>
        <a:ext cx="11226800" cy="638691"/>
      </dsp:txXfrm>
    </dsp:sp>
    <dsp:sp modelId="{C8E2FCE7-38B2-6D4D-AD05-7516055FED0B}">
      <dsp:nvSpPr>
        <dsp:cNvPr id="0" name=""/>
        <dsp:cNvSpPr/>
      </dsp:nvSpPr>
      <dsp:spPr>
        <a:xfrm rot="10800000">
          <a:off x="0" y="1949331"/>
          <a:ext cx="11226800" cy="982949"/>
        </a:xfrm>
        <a:prstGeom prst="upArrowCallou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1270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Target Audience:</a:t>
          </a:r>
          <a:r>
            <a:rPr lang="en-US" sz="1500" kern="1200" dirty="0"/>
            <a:t> Individuals aged 18–35 in New Delhi, including students and working professionals interested in advanced marketing analytics education.</a:t>
          </a:r>
        </a:p>
      </dsp:txBody>
      <dsp:txXfrm rot="10800000">
        <a:off x="0" y="1949331"/>
        <a:ext cx="11226800" cy="638691"/>
      </dsp:txXfrm>
    </dsp:sp>
    <dsp:sp modelId="{69F51002-EDA4-2A4F-AE45-2CEBF001832B}">
      <dsp:nvSpPr>
        <dsp:cNvPr id="0" name=""/>
        <dsp:cNvSpPr/>
      </dsp:nvSpPr>
      <dsp:spPr>
        <a:xfrm rot="10800000">
          <a:off x="0" y="975969"/>
          <a:ext cx="11226800" cy="982949"/>
        </a:xfrm>
        <a:prstGeom prst="upArrowCallou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1270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Campaign Goals:</a:t>
          </a:r>
          <a:r>
            <a:rPr lang="en-US" sz="1500" kern="1200" dirty="0"/>
            <a:t> Increase awareness of MSMAI in New Delhi, focusing on STEM benefits, scholarships, flexibility and drive website traffic and generate enrollment inquiries.</a:t>
          </a:r>
        </a:p>
      </dsp:txBody>
      <dsp:txXfrm rot="10800000">
        <a:off x="0" y="975969"/>
        <a:ext cx="11226800" cy="638691"/>
      </dsp:txXfrm>
    </dsp:sp>
    <dsp:sp modelId="{55811046-32AA-6444-A2C1-6C34CDACCD46}">
      <dsp:nvSpPr>
        <dsp:cNvPr id="0" name=""/>
        <dsp:cNvSpPr/>
      </dsp:nvSpPr>
      <dsp:spPr>
        <a:xfrm rot="10800000">
          <a:off x="0" y="2606"/>
          <a:ext cx="11226800" cy="982949"/>
        </a:xfrm>
        <a:prstGeom prst="upArrowCallout">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1270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Our campaign aimed to promote the MSMAI program using platforms like Facebook, Instagram, YouTube, Google Search, and Google Display to maximize reach and engagement.</a:t>
          </a:r>
        </a:p>
      </dsp:txBody>
      <dsp:txXfrm rot="10800000">
        <a:off x="0" y="2606"/>
        <a:ext cx="11226800" cy="6386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8C480-B940-484C-B453-273A90BC48E0}">
      <dsp:nvSpPr>
        <dsp:cNvPr id="0" name=""/>
        <dsp:cNvSpPr/>
      </dsp:nvSpPr>
      <dsp:spPr>
        <a:xfrm>
          <a:off x="0" y="4701689"/>
          <a:ext cx="10375899" cy="617094"/>
        </a:xfrm>
        <a:prstGeom prst="rect">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1270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After allocating the whole money to Campaign Performance, we spent $921. This included holding back the Influencer Campaign to Action and re-marketing a few videos and ad posts. </a:t>
          </a:r>
        </a:p>
      </dsp:txBody>
      <dsp:txXfrm>
        <a:off x="0" y="4701689"/>
        <a:ext cx="10375899" cy="617094"/>
      </dsp:txXfrm>
    </dsp:sp>
    <dsp:sp modelId="{7927AFF4-3FC4-304E-81BF-8666707271C9}">
      <dsp:nvSpPr>
        <dsp:cNvPr id="0" name=""/>
        <dsp:cNvSpPr/>
      </dsp:nvSpPr>
      <dsp:spPr>
        <a:xfrm rot="10800000">
          <a:off x="0" y="3761855"/>
          <a:ext cx="10375899" cy="949090"/>
        </a:xfrm>
        <a:prstGeom prst="upArrowCallout">
          <a:avLst/>
        </a:prstGeom>
        <a:gradFill rotWithShape="1">
          <a:gsLst>
            <a:gs pos="0">
              <a:schemeClr val="accent6">
                <a:lumMod val="110000"/>
                <a:satMod val="105000"/>
                <a:tint val="67000"/>
              </a:schemeClr>
            </a:gs>
            <a:gs pos="50000">
              <a:schemeClr val="accent6">
                <a:lumMod val="105000"/>
                <a:satMod val="103000"/>
                <a:tint val="73000"/>
              </a:schemeClr>
            </a:gs>
            <a:gs pos="100000">
              <a:schemeClr val="accent6">
                <a:lumMod val="105000"/>
                <a:satMod val="109000"/>
                <a:tint val="81000"/>
              </a:schemeClr>
            </a:gs>
          </a:gsLst>
          <a:lin ang="5400000" scaled="0"/>
        </a:gradFill>
        <a:ln w="12700" cap="flat" cmpd="sng" algn="ctr">
          <a:solidFill>
            <a:schemeClr val="accent6"/>
          </a:solidFill>
          <a:prstDash val="solid"/>
          <a:miter lim="800000"/>
        </a:ln>
        <a:effectLst/>
      </dsp:spPr>
      <dsp:style>
        <a:lnRef idx="1">
          <a:schemeClr val="accent6"/>
        </a:lnRef>
        <a:fillRef idx="2">
          <a:schemeClr val="accent6"/>
        </a:fillRef>
        <a:effectRef idx="1">
          <a:schemeClr val="accent6"/>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Based on the Research and diving deeper to LinkedIn, we decided to drop the plan and allocate the budget to the performing Ads. We create an additional Display Ad Group with the planned budget of LinkedIn.</a:t>
          </a:r>
        </a:p>
      </dsp:txBody>
      <dsp:txXfrm rot="10800000">
        <a:off x="0" y="3761855"/>
        <a:ext cx="10375899" cy="616690"/>
      </dsp:txXfrm>
    </dsp:sp>
    <dsp:sp modelId="{C8E2FCE7-38B2-6D4D-AD05-7516055FED0B}">
      <dsp:nvSpPr>
        <dsp:cNvPr id="0" name=""/>
        <dsp:cNvSpPr/>
      </dsp:nvSpPr>
      <dsp:spPr>
        <a:xfrm rot="10800000">
          <a:off x="0" y="2822020"/>
          <a:ext cx="10375899" cy="949090"/>
        </a:xfrm>
        <a:prstGeom prst="upArrowCallout">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1270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Key words as assumed to be an integral part turned out to be the Negative keyword. Ex- Wright State University and International Student Scholarships</a:t>
          </a:r>
        </a:p>
      </dsp:txBody>
      <dsp:txXfrm rot="10800000">
        <a:off x="0" y="2822020"/>
        <a:ext cx="10375899" cy="616690"/>
      </dsp:txXfrm>
    </dsp:sp>
    <dsp:sp modelId="{69F51002-EDA4-2A4F-AE45-2CEBF001832B}">
      <dsp:nvSpPr>
        <dsp:cNvPr id="0" name=""/>
        <dsp:cNvSpPr/>
      </dsp:nvSpPr>
      <dsp:spPr>
        <a:xfrm rot="10800000">
          <a:off x="0" y="1882186"/>
          <a:ext cx="10375899" cy="949090"/>
        </a:xfrm>
        <a:prstGeom prst="upArrowCallout">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1270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As</a:t>
          </a:r>
          <a:r>
            <a:rPr lang="en-US" sz="1400" kern="1200" baseline="0" dirty="0"/>
            <a:t> planned targeted demographics were successful in generating engagement levels and cost-effectiveness.</a:t>
          </a:r>
          <a:endParaRPr lang="en-US" sz="1400" kern="1200" dirty="0"/>
        </a:p>
      </dsp:txBody>
      <dsp:txXfrm rot="10800000">
        <a:off x="0" y="1882186"/>
        <a:ext cx="10375899" cy="616690"/>
      </dsp:txXfrm>
    </dsp:sp>
    <dsp:sp modelId="{76A1355B-B1A1-3844-88D6-1A17301794A8}">
      <dsp:nvSpPr>
        <dsp:cNvPr id="0" name=""/>
        <dsp:cNvSpPr/>
      </dsp:nvSpPr>
      <dsp:spPr>
        <a:xfrm rot="10800000">
          <a:off x="0" y="942351"/>
          <a:ext cx="10375899" cy="949090"/>
        </a:xfrm>
        <a:prstGeom prst="upArrowCallout">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1270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Google Ads were effective in driving direct engagement. Social media Campaigns built awareness and strengthened the programs digital presence.</a:t>
          </a:r>
        </a:p>
      </dsp:txBody>
      <dsp:txXfrm rot="10800000">
        <a:off x="0" y="942351"/>
        <a:ext cx="10375899" cy="616690"/>
      </dsp:txXfrm>
    </dsp:sp>
    <dsp:sp modelId="{55811046-32AA-6444-A2C1-6C34CDACCD46}">
      <dsp:nvSpPr>
        <dsp:cNvPr id="0" name=""/>
        <dsp:cNvSpPr/>
      </dsp:nvSpPr>
      <dsp:spPr>
        <a:xfrm rot="10800000">
          <a:off x="0" y="2517"/>
          <a:ext cx="10375899" cy="949090"/>
        </a:xfrm>
        <a:prstGeom prst="upArrowCallout">
          <a:avLst/>
        </a:prstGeom>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12700" cap="flat" cmpd="sng" algn="ctr">
          <a:solidFill>
            <a:schemeClr val="accent1"/>
          </a:solidFill>
          <a:prstDash val="solid"/>
          <a:miter lim="800000"/>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As per our Planned Strategy we also added Google Video Campaign. Videos drove deeper engagement. Reposting high-performing content(Video 1) proved effective.</a:t>
          </a:r>
        </a:p>
      </dsp:txBody>
      <dsp:txXfrm rot="10800000">
        <a:off x="0" y="2517"/>
        <a:ext cx="10375899" cy="6166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670ECD-D4C0-5447-BA82-1C0A86CF3A47}">
      <dsp:nvSpPr>
        <dsp:cNvPr id="0" name=""/>
        <dsp:cNvSpPr/>
      </dsp:nvSpPr>
      <dsp:spPr>
        <a:xfrm>
          <a:off x="2078830" y="495"/>
          <a:ext cx="1328737" cy="132873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Impression   25,405K</a:t>
          </a:r>
        </a:p>
      </dsp:txBody>
      <dsp:txXfrm>
        <a:off x="2273419" y="195084"/>
        <a:ext cx="939559" cy="939559"/>
      </dsp:txXfrm>
    </dsp:sp>
    <dsp:sp modelId="{9D15562F-09AC-A04F-BC9C-F68CD86295EA}">
      <dsp:nvSpPr>
        <dsp:cNvPr id="0" name=""/>
        <dsp:cNvSpPr/>
      </dsp:nvSpPr>
      <dsp:spPr>
        <a:xfrm rot="1800000">
          <a:off x="3421998" y="934633"/>
          <a:ext cx="353644" cy="448448"/>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429105" y="997800"/>
        <a:ext cx="247551" cy="269068"/>
      </dsp:txXfrm>
    </dsp:sp>
    <dsp:sp modelId="{E24104B6-9238-0E49-8420-E41C5D3F468C}">
      <dsp:nvSpPr>
        <dsp:cNvPr id="0" name=""/>
        <dsp:cNvSpPr/>
      </dsp:nvSpPr>
      <dsp:spPr>
        <a:xfrm>
          <a:off x="3807410" y="998491"/>
          <a:ext cx="1328737" cy="1328737"/>
        </a:xfrm>
        <a:prstGeom prst="ellipse">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Clicks  2.997K</a:t>
          </a:r>
        </a:p>
      </dsp:txBody>
      <dsp:txXfrm>
        <a:off x="4001999" y="1193080"/>
        <a:ext cx="939559" cy="939559"/>
      </dsp:txXfrm>
    </dsp:sp>
    <dsp:sp modelId="{22D7B2AB-45AE-2149-8861-00B319C44379}">
      <dsp:nvSpPr>
        <dsp:cNvPr id="0" name=""/>
        <dsp:cNvSpPr/>
      </dsp:nvSpPr>
      <dsp:spPr>
        <a:xfrm rot="5400000">
          <a:off x="4294956" y="2426622"/>
          <a:ext cx="353644" cy="448448"/>
        </a:xfrm>
        <a:prstGeom prst="rightArrow">
          <a:avLst>
            <a:gd name="adj1" fmla="val 60000"/>
            <a:gd name="adj2" fmla="val 50000"/>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348003" y="2463266"/>
        <a:ext cx="247551" cy="269068"/>
      </dsp:txXfrm>
    </dsp:sp>
    <dsp:sp modelId="{C59CA9E2-40FA-1B43-978E-F421A9A5F7F9}">
      <dsp:nvSpPr>
        <dsp:cNvPr id="0" name=""/>
        <dsp:cNvSpPr/>
      </dsp:nvSpPr>
      <dsp:spPr>
        <a:xfrm>
          <a:off x="3807410" y="2994483"/>
          <a:ext cx="1328737" cy="1328737"/>
        </a:xfrm>
        <a:prstGeom prst="ellipse">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Average CPC  $0.11</a:t>
          </a:r>
        </a:p>
      </dsp:txBody>
      <dsp:txXfrm>
        <a:off x="4001999" y="3189072"/>
        <a:ext cx="939559" cy="939559"/>
      </dsp:txXfrm>
    </dsp:sp>
    <dsp:sp modelId="{E4CBF490-873E-5A41-A2E7-D070622AD9E8}">
      <dsp:nvSpPr>
        <dsp:cNvPr id="0" name=""/>
        <dsp:cNvSpPr/>
      </dsp:nvSpPr>
      <dsp:spPr>
        <a:xfrm rot="9000000">
          <a:off x="3439334" y="3928620"/>
          <a:ext cx="353644" cy="448448"/>
        </a:xfrm>
        <a:prstGeom prst="rightArrow">
          <a:avLst>
            <a:gd name="adj1" fmla="val 60000"/>
            <a:gd name="adj2" fmla="val 50000"/>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538320" y="3991787"/>
        <a:ext cx="247551" cy="269068"/>
      </dsp:txXfrm>
    </dsp:sp>
    <dsp:sp modelId="{4823FF09-80C1-6C47-AD40-5A03FAFA1949}">
      <dsp:nvSpPr>
        <dsp:cNvPr id="0" name=""/>
        <dsp:cNvSpPr/>
      </dsp:nvSpPr>
      <dsp:spPr>
        <a:xfrm>
          <a:off x="2078830" y="3992478"/>
          <a:ext cx="1328737" cy="1328737"/>
        </a:xfrm>
        <a:prstGeom prst="ellipse">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Click-Through Rate (CTR)  11.80%</a:t>
          </a:r>
        </a:p>
      </dsp:txBody>
      <dsp:txXfrm>
        <a:off x="2273419" y="4187067"/>
        <a:ext cx="939559" cy="939559"/>
      </dsp:txXfrm>
    </dsp:sp>
    <dsp:sp modelId="{D041DBDB-9CCE-D745-950F-FBED93130FE1}">
      <dsp:nvSpPr>
        <dsp:cNvPr id="0" name=""/>
        <dsp:cNvSpPr/>
      </dsp:nvSpPr>
      <dsp:spPr>
        <a:xfrm rot="12600000">
          <a:off x="1710755" y="3938629"/>
          <a:ext cx="353644" cy="448448"/>
        </a:xfrm>
        <a:prstGeom prst="rightArrow">
          <a:avLst>
            <a:gd name="adj1" fmla="val 60000"/>
            <a:gd name="adj2" fmla="val 50000"/>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809741" y="4054842"/>
        <a:ext cx="247551" cy="269068"/>
      </dsp:txXfrm>
    </dsp:sp>
    <dsp:sp modelId="{FD4552DB-229A-C44C-8099-4FBFA28F5575}">
      <dsp:nvSpPr>
        <dsp:cNvPr id="0" name=""/>
        <dsp:cNvSpPr/>
      </dsp:nvSpPr>
      <dsp:spPr>
        <a:xfrm>
          <a:off x="350251" y="2994483"/>
          <a:ext cx="1328737" cy="1328737"/>
        </a:xfrm>
        <a:prstGeom prst="ellipse">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Conversion  172.00</a:t>
          </a:r>
        </a:p>
      </dsp:txBody>
      <dsp:txXfrm>
        <a:off x="544840" y="3189072"/>
        <a:ext cx="939559" cy="939559"/>
      </dsp:txXfrm>
    </dsp:sp>
    <dsp:sp modelId="{97DB60B9-362C-7F41-8188-12C388DD6646}">
      <dsp:nvSpPr>
        <dsp:cNvPr id="0" name=""/>
        <dsp:cNvSpPr/>
      </dsp:nvSpPr>
      <dsp:spPr>
        <a:xfrm rot="16200000">
          <a:off x="837797" y="2446640"/>
          <a:ext cx="353644" cy="448448"/>
        </a:xfrm>
        <a:prstGeom prst="rightArrow">
          <a:avLst>
            <a:gd name="adj1" fmla="val 60000"/>
            <a:gd name="adj2" fmla="val 50000"/>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890844" y="2589377"/>
        <a:ext cx="247551" cy="269068"/>
      </dsp:txXfrm>
    </dsp:sp>
    <dsp:sp modelId="{F63B4CB5-C956-2E47-ABE5-EA7C9F627A7C}">
      <dsp:nvSpPr>
        <dsp:cNvPr id="0" name=""/>
        <dsp:cNvSpPr/>
      </dsp:nvSpPr>
      <dsp:spPr>
        <a:xfrm>
          <a:off x="350251" y="998491"/>
          <a:ext cx="1328737" cy="1328737"/>
        </a:xfrm>
        <a:prstGeom prst="ellipse">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Cost </a:t>
          </a:r>
          <a:br>
            <a:rPr lang="en-US" sz="1400" kern="1200" dirty="0"/>
          </a:br>
          <a:r>
            <a:rPr lang="en-US" sz="1400" kern="1200" dirty="0"/>
            <a:t> $336.44</a:t>
          </a:r>
        </a:p>
      </dsp:txBody>
      <dsp:txXfrm>
        <a:off x="544840" y="1193080"/>
        <a:ext cx="939559" cy="939559"/>
      </dsp:txXfrm>
    </dsp:sp>
    <dsp:sp modelId="{618FFD90-5B6A-D940-BB2C-C10A75C1DDDC}">
      <dsp:nvSpPr>
        <dsp:cNvPr id="0" name=""/>
        <dsp:cNvSpPr/>
      </dsp:nvSpPr>
      <dsp:spPr>
        <a:xfrm rot="19800000">
          <a:off x="1693419" y="944642"/>
          <a:ext cx="353644" cy="448448"/>
        </a:xfrm>
        <a:prstGeom prst="rightArrow">
          <a:avLst>
            <a:gd name="adj1" fmla="val 60000"/>
            <a:gd name="adj2" fmla="val 50000"/>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700526" y="1060855"/>
        <a:ext cx="247551" cy="2690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F9D9D-BA84-0243-BCAC-270F067DAFA0}">
      <dsp:nvSpPr>
        <dsp:cNvPr id="0" name=""/>
        <dsp:cNvSpPr/>
      </dsp:nvSpPr>
      <dsp:spPr>
        <a:xfrm>
          <a:off x="0" y="0"/>
          <a:ext cx="5653495" cy="8568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The Campaign started on Oct 22,2024 and ended on Nov 25, 2024.</a:t>
          </a:r>
          <a:endParaRPr lang="en-US" sz="1600" kern="1200" dirty="0"/>
        </a:p>
      </dsp:txBody>
      <dsp:txXfrm>
        <a:off x="25097" y="25097"/>
        <a:ext cx="4728847" cy="806693"/>
      </dsp:txXfrm>
    </dsp:sp>
    <dsp:sp modelId="{675CE92F-7AC1-3149-B172-1290185F7ABD}">
      <dsp:nvSpPr>
        <dsp:cNvPr id="0" name=""/>
        <dsp:cNvSpPr/>
      </dsp:nvSpPr>
      <dsp:spPr>
        <a:xfrm>
          <a:off x="498837" y="999702"/>
          <a:ext cx="5653495" cy="8568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The campaign is aimed to showcase a strong return on investment while simultaneously highlighting cost. </a:t>
          </a:r>
          <a:endParaRPr lang="en-US" sz="1600" kern="1200" dirty="0"/>
        </a:p>
      </dsp:txBody>
      <dsp:txXfrm>
        <a:off x="523934" y="1024799"/>
        <a:ext cx="4547486" cy="806693"/>
      </dsp:txXfrm>
    </dsp:sp>
    <dsp:sp modelId="{93C59DD7-11D9-FA48-9009-B5E0D3FEF5ED}">
      <dsp:nvSpPr>
        <dsp:cNvPr id="0" name=""/>
        <dsp:cNvSpPr/>
      </dsp:nvSpPr>
      <dsp:spPr>
        <a:xfrm>
          <a:off x="997675" y="1999404"/>
          <a:ext cx="5653495" cy="8568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Our Display Campaign outperformed the search effort in terms of  clicks, and impressions.</a:t>
          </a:r>
          <a:endParaRPr lang="en-US" sz="1600" kern="1200" dirty="0"/>
        </a:p>
      </dsp:txBody>
      <dsp:txXfrm>
        <a:off x="1022772" y="2024501"/>
        <a:ext cx="4547486" cy="806693"/>
      </dsp:txXfrm>
    </dsp:sp>
    <dsp:sp modelId="{DA4FF995-1246-1848-8D43-40957323D2CB}">
      <dsp:nvSpPr>
        <dsp:cNvPr id="0" name=""/>
        <dsp:cNvSpPr/>
      </dsp:nvSpPr>
      <dsp:spPr>
        <a:xfrm>
          <a:off x="5096518" y="649806"/>
          <a:ext cx="556976" cy="55697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5221838" y="649806"/>
        <a:ext cx="306336" cy="419124"/>
      </dsp:txXfrm>
    </dsp:sp>
    <dsp:sp modelId="{7DDAA799-B44D-0748-988F-ADDC52C21C61}">
      <dsp:nvSpPr>
        <dsp:cNvPr id="0" name=""/>
        <dsp:cNvSpPr/>
      </dsp:nvSpPr>
      <dsp:spPr>
        <a:xfrm>
          <a:off x="5595356" y="1643796"/>
          <a:ext cx="556976" cy="556976"/>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5720676" y="1643796"/>
        <a:ext cx="306336" cy="4191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E7126D-D933-E049-83FD-D66145911FDF}">
      <dsp:nvSpPr>
        <dsp:cNvPr id="0" name=""/>
        <dsp:cNvSpPr/>
      </dsp:nvSpPr>
      <dsp:spPr>
        <a:xfrm>
          <a:off x="2856407" y="806026"/>
          <a:ext cx="620898" cy="91440"/>
        </a:xfrm>
        <a:custGeom>
          <a:avLst/>
          <a:gdLst/>
          <a:ahLst/>
          <a:cxnLst/>
          <a:rect l="0" t="0" r="0" b="0"/>
          <a:pathLst>
            <a:path>
              <a:moveTo>
                <a:pt x="0" y="45720"/>
              </a:moveTo>
              <a:lnTo>
                <a:pt x="620898"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569" y="848489"/>
        <a:ext cx="32574" cy="6514"/>
      </dsp:txXfrm>
    </dsp:sp>
    <dsp:sp modelId="{6414B315-FD77-4442-BC41-02E77175EE07}">
      <dsp:nvSpPr>
        <dsp:cNvPr id="0" name=""/>
        <dsp:cNvSpPr/>
      </dsp:nvSpPr>
      <dsp:spPr>
        <a:xfrm>
          <a:off x="25605" y="1966"/>
          <a:ext cx="2832601" cy="169956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dirty="0"/>
            <a:t>Impressions 69.1k</a:t>
          </a:r>
        </a:p>
      </dsp:txBody>
      <dsp:txXfrm>
        <a:off x="25605" y="1966"/>
        <a:ext cx="2832601" cy="1699561"/>
      </dsp:txXfrm>
    </dsp:sp>
    <dsp:sp modelId="{5679EC92-5A3C-3E46-8A25-046CCB24886E}">
      <dsp:nvSpPr>
        <dsp:cNvPr id="0" name=""/>
        <dsp:cNvSpPr/>
      </dsp:nvSpPr>
      <dsp:spPr>
        <a:xfrm>
          <a:off x="1441906" y="1699727"/>
          <a:ext cx="3484100" cy="620898"/>
        </a:xfrm>
        <a:custGeom>
          <a:avLst/>
          <a:gdLst/>
          <a:ahLst/>
          <a:cxnLst/>
          <a:rect l="0" t="0" r="0" b="0"/>
          <a:pathLst>
            <a:path>
              <a:moveTo>
                <a:pt x="3484100" y="0"/>
              </a:moveTo>
              <a:lnTo>
                <a:pt x="3484100" y="327549"/>
              </a:lnTo>
              <a:lnTo>
                <a:pt x="0" y="327549"/>
              </a:lnTo>
              <a:lnTo>
                <a:pt x="0" y="620898"/>
              </a:lnTo>
            </a:path>
          </a:pathLst>
        </a:custGeom>
        <a:noFill/>
        <a:ln w="12700" cap="flat" cmpd="sng" algn="ctr">
          <a:solidFill>
            <a:schemeClr val="accent5">
              <a:hueOff val="-3038037"/>
              <a:satOff val="-207"/>
              <a:lumOff val="49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95344" y="2006919"/>
        <a:ext cx="177224" cy="6514"/>
      </dsp:txXfrm>
    </dsp:sp>
    <dsp:sp modelId="{9DE8CDAE-B279-104A-BA69-8A5F788384D6}">
      <dsp:nvSpPr>
        <dsp:cNvPr id="0" name=""/>
        <dsp:cNvSpPr/>
      </dsp:nvSpPr>
      <dsp:spPr>
        <a:xfrm>
          <a:off x="3509705" y="1966"/>
          <a:ext cx="2832601" cy="1699561"/>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dirty="0"/>
            <a:t>Clicks </a:t>
          </a:r>
        </a:p>
        <a:p>
          <a:pPr marL="0" lvl="0" indent="0" algn="ctr" defTabSz="1466850">
            <a:lnSpc>
              <a:spcPct val="90000"/>
            </a:lnSpc>
            <a:spcBef>
              <a:spcPct val="0"/>
            </a:spcBef>
            <a:spcAft>
              <a:spcPct val="35000"/>
            </a:spcAft>
            <a:buNone/>
          </a:pPr>
          <a:r>
            <a:rPr lang="en-US" sz="3300" kern="1200" dirty="0"/>
            <a:t>5.75k</a:t>
          </a:r>
        </a:p>
      </dsp:txBody>
      <dsp:txXfrm>
        <a:off x="3509705" y="1966"/>
        <a:ext cx="2832601" cy="1699561"/>
      </dsp:txXfrm>
    </dsp:sp>
    <dsp:sp modelId="{D200BFC4-4E99-3C49-AEB1-34ECB9D2D8AD}">
      <dsp:nvSpPr>
        <dsp:cNvPr id="0" name=""/>
        <dsp:cNvSpPr/>
      </dsp:nvSpPr>
      <dsp:spPr>
        <a:xfrm>
          <a:off x="2856407" y="3157086"/>
          <a:ext cx="620898" cy="91440"/>
        </a:xfrm>
        <a:custGeom>
          <a:avLst/>
          <a:gdLst/>
          <a:ahLst/>
          <a:cxnLst/>
          <a:rect l="0" t="0" r="0" b="0"/>
          <a:pathLst>
            <a:path>
              <a:moveTo>
                <a:pt x="0" y="45720"/>
              </a:moveTo>
              <a:lnTo>
                <a:pt x="620898" y="45720"/>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569" y="3199549"/>
        <a:ext cx="32574" cy="6514"/>
      </dsp:txXfrm>
    </dsp:sp>
    <dsp:sp modelId="{E44D2FAD-AED0-8644-A351-4F2480366ABB}">
      <dsp:nvSpPr>
        <dsp:cNvPr id="0" name=""/>
        <dsp:cNvSpPr/>
      </dsp:nvSpPr>
      <dsp:spPr>
        <a:xfrm>
          <a:off x="25605" y="2353025"/>
          <a:ext cx="2832601" cy="1699561"/>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a:t>Click Through Rates (CTR) 8.33k</a:t>
          </a:r>
        </a:p>
      </dsp:txBody>
      <dsp:txXfrm>
        <a:off x="25605" y="2353025"/>
        <a:ext cx="2832601" cy="1699561"/>
      </dsp:txXfrm>
    </dsp:sp>
    <dsp:sp modelId="{EC8D17D1-D933-E14C-BCB8-F2791154C438}">
      <dsp:nvSpPr>
        <dsp:cNvPr id="0" name=""/>
        <dsp:cNvSpPr/>
      </dsp:nvSpPr>
      <dsp:spPr>
        <a:xfrm>
          <a:off x="1441906" y="4050787"/>
          <a:ext cx="3484100" cy="620898"/>
        </a:xfrm>
        <a:custGeom>
          <a:avLst/>
          <a:gdLst/>
          <a:ahLst/>
          <a:cxnLst/>
          <a:rect l="0" t="0" r="0" b="0"/>
          <a:pathLst>
            <a:path>
              <a:moveTo>
                <a:pt x="3484100" y="0"/>
              </a:moveTo>
              <a:lnTo>
                <a:pt x="3484100" y="327549"/>
              </a:lnTo>
              <a:lnTo>
                <a:pt x="0" y="327549"/>
              </a:lnTo>
              <a:lnTo>
                <a:pt x="0" y="620898"/>
              </a:lnTo>
            </a:path>
          </a:pathLst>
        </a:custGeom>
        <a:noFill/>
        <a:ln w="12700" cap="flat" cmpd="sng" algn="ctr">
          <a:solidFill>
            <a:schemeClr val="accent5">
              <a:hueOff val="-9114112"/>
              <a:satOff val="-620"/>
              <a:lumOff val="147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95344" y="4357978"/>
        <a:ext cx="177224" cy="6514"/>
      </dsp:txXfrm>
    </dsp:sp>
    <dsp:sp modelId="{20053D1C-323A-1848-BBFA-A725DDFBFA55}">
      <dsp:nvSpPr>
        <dsp:cNvPr id="0" name=""/>
        <dsp:cNvSpPr/>
      </dsp:nvSpPr>
      <dsp:spPr>
        <a:xfrm>
          <a:off x="3509705" y="2353025"/>
          <a:ext cx="2832601" cy="1699561"/>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a:t>Average CPC 0.05</a:t>
          </a:r>
        </a:p>
      </dsp:txBody>
      <dsp:txXfrm>
        <a:off x="3509705" y="2353025"/>
        <a:ext cx="2832601" cy="1699561"/>
      </dsp:txXfrm>
    </dsp:sp>
    <dsp:sp modelId="{7F30D603-ADF9-E649-8AAE-4C91AEE8BB02}">
      <dsp:nvSpPr>
        <dsp:cNvPr id="0" name=""/>
        <dsp:cNvSpPr/>
      </dsp:nvSpPr>
      <dsp:spPr>
        <a:xfrm>
          <a:off x="2856407" y="5508146"/>
          <a:ext cx="620898" cy="91440"/>
        </a:xfrm>
        <a:custGeom>
          <a:avLst/>
          <a:gdLst/>
          <a:ahLst/>
          <a:cxnLst/>
          <a:rect l="0" t="0" r="0" b="0"/>
          <a:pathLst>
            <a:path>
              <a:moveTo>
                <a:pt x="0" y="45720"/>
              </a:moveTo>
              <a:lnTo>
                <a:pt x="620898"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50569" y="5550608"/>
        <a:ext cx="32574" cy="6514"/>
      </dsp:txXfrm>
    </dsp:sp>
    <dsp:sp modelId="{10806ABD-4D99-DC48-9297-CEFDCD523E47}">
      <dsp:nvSpPr>
        <dsp:cNvPr id="0" name=""/>
        <dsp:cNvSpPr/>
      </dsp:nvSpPr>
      <dsp:spPr>
        <a:xfrm>
          <a:off x="25605" y="4704085"/>
          <a:ext cx="2832601" cy="1699561"/>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a:t>Conversions 323</a:t>
          </a:r>
        </a:p>
      </dsp:txBody>
      <dsp:txXfrm>
        <a:off x="25605" y="4704085"/>
        <a:ext cx="2832601" cy="1699561"/>
      </dsp:txXfrm>
    </dsp:sp>
    <dsp:sp modelId="{08F99BB0-2397-2649-B58E-837FF0A9FCD9}">
      <dsp:nvSpPr>
        <dsp:cNvPr id="0" name=""/>
        <dsp:cNvSpPr/>
      </dsp:nvSpPr>
      <dsp:spPr>
        <a:xfrm>
          <a:off x="3509705" y="4704085"/>
          <a:ext cx="2832601" cy="1699561"/>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8800" tIns="145695" rIns="138800" bIns="145695" numCol="1" spcCol="1270" anchor="ctr" anchorCtr="0">
          <a:noAutofit/>
        </a:bodyPr>
        <a:lstStyle/>
        <a:p>
          <a:pPr marL="0" lvl="0" indent="0" algn="ctr" defTabSz="1466850">
            <a:lnSpc>
              <a:spcPct val="90000"/>
            </a:lnSpc>
            <a:spcBef>
              <a:spcPct val="0"/>
            </a:spcBef>
            <a:spcAft>
              <a:spcPct val="35000"/>
            </a:spcAft>
            <a:buNone/>
          </a:pPr>
          <a:r>
            <a:rPr lang="en-US" sz="3300" kern="1200" dirty="0"/>
            <a:t>Cost </a:t>
          </a:r>
        </a:p>
        <a:p>
          <a:pPr marL="0" lvl="0" indent="0" algn="ctr" defTabSz="1466850">
            <a:lnSpc>
              <a:spcPct val="90000"/>
            </a:lnSpc>
            <a:spcBef>
              <a:spcPct val="0"/>
            </a:spcBef>
            <a:spcAft>
              <a:spcPct val="35000"/>
            </a:spcAft>
            <a:buNone/>
          </a:pPr>
          <a:r>
            <a:rPr lang="en-US" sz="3300" kern="1200" dirty="0"/>
            <a:t>292</a:t>
          </a:r>
        </a:p>
      </dsp:txBody>
      <dsp:txXfrm>
        <a:off x="3509705" y="4704085"/>
        <a:ext cx="2832601" cy="16995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670ECD-D4C0-5447-BA82-1C0A86CF3A47}">
      <dsp:nvSpPr>
        <dsp:cNvPr id="0" name=""/>
        <dsp:cNvSpPr/>
      </dsp:nvSpPr>
      <dsp:spPr>
        <a:xfrm>
          <a:off x="1874983" y="1801"/>
          <a:ext cx="1216041" cy="1216041"/>
        </a:xfrm>
        <a:prstGeom prst="ellipse">
          <a:avLst/>
        </a:prstGeom>
        <a:gradFill rotWithShape="0">
          <a:gsLst>
            <a:gs pos="0">
              <a:srgbClr val="00B0F0"/>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Impression   26.1K</a:t>
          </a:r>
        </a:p>
      </dsp:txBody>
      <dsp:txXfrm>
        <a:off x="2053068" y="179886"/>
        <a:ext cx="859871" cy="859871"/>
      </dsp:txXfrm>
    </dsp:sp>
    <dsp:sp modelId="{9D15562F-09AC-A04F-BC9C-F68CD86295EA}">
      <dsp:nvSpPr>
        <dsp:cNvPr id="0" name=""/>
        <dsp:cNvSpPr/>
      </dsp:nvSpPr>
      <dsp:spPr>
        <a:xfrm rot="1800000">
          <a:off x="3104046" y="856420"/>
          <a:ext cx="323015" cy="410414"/>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110537" y="914277"/>
        <a:ext cx="226111" cy="246248"/>
      </dsp:txXfrm>
    </dsp:sp>
    <dsp:sp modelId="{E24104B6-9238-0E49-8420-E41C5D3F468C}">
      <dsp:nvSpPr>
        <dsp:cNvPr id="0" name=""/>
        <dsp:cNvSpPr/>
      </dsp:nvSpPr>
      <dsp:spPr>
        <a:xfrm>
          <a:off x="3455917" y="914554"/>
          <a:ext cx="1216041" cy="1216041"/>
        </a:xfrm>
        <a:prstGeom prst="ellipse">
          <a:avLst/>
        </a:prstGeom>
        <a:gradFill rotWithShape="0">
          <a:gsLst>
            <a:gs pos="0">
              <a:srgbClr val="FF0000"/>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Clicks  2.5K</a:t>
          </a:r>
        </a:p>
      </dsp:txBody>
      <dsp:txXfrm>
        <a:off x="3634002" y="1092639"/>
        <a:ext cx="859871" cy="859871"/>
      </dsp:txXfrm>
    </dsp:sp>
    <dsp:sp modelId="{22D7B2AB-45AE-2149-8861-00B319C44379}">
      <dsp:nvSpPr>
        <dsp:cNvPr id="0" name=""/>
        <dsp:cNvSpPr/>
      </dsp:nvSpPr>
      <dsp:spPr>
        <a:xfrm rot="5400000">
          <a:off x="3902430" y="2220978"/>
          <a:ext cx="323015" cy="410414"/>
        </a:xfrm>
        <a:prstGeom prst="rightArrow">
          <a:avLst>
            <a:gd name="adj1" fmla="val 60000"/>
            <a:gd name="adj2" fmla="val 50000"/>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950882" y="2254609"/>
        <a:ext cx="226111" cy="246248"/>
      </dsp:txXfrm>
    </dsp:sp>
    <dsp:sp modelId="{C59CA9E2-40FA-1B43-978E-F421A9A5F7F9}">
      <dsp:nvSpPr>
        <dsp:cNvPr id="0" name=""/>
        <dsp:cNvSpPr/>
      </dsp:nvSpPr>
      <dsp:spPr>
        <a:xfrm>
          <a:off x="3455917" y="2740059"/>
          <a:ext cx="1216041" cy="1216041"/>
        </a:xfrm>
        <a:prstGeom prst="ellipse">
          <a:avLst/>
        </a:prstGeom>
        <a:gradFill rotWithShape="0">
          <a:gsLst>
            <a:gs pos="0">
              <a:srgbClr val="00B050"/>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Average CPC  $0.05</a:t>
          </a:r>
        </a:p>
      </dsp:txBody>
      <dsp:txXfrm>
        <a:off x="3634002" y="2918144"/>
        <a:ext cx="859871" cy="859871"/>
      </dsp:txXfrm>
    </dsp:sp>
    <dsp:sp modelId="{E4CBF490-873E-5A41-A2E7-D070622AD9E8}">
      <dsp:nvSpPr>
        <dsp:cNvPr id="0" name=""/>
        <dsp:cNvSpPr/>
      </dsp:nvSpPr>
      <dsp:spPr>
        <a:xfrm rot="9000000">
          <a:off x="3119880" y="3594679"/>
          <a:ext cx="323015" cy="410414"/>
        </a:xfrm>
        <a:prstGeom prst="rightArrow">
          <a:avLst>
            <a:gd name="adj1" fmla="val 60000"/>
            <a:gd name="adj2" fmla="val 50000"/>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210293" y="3652536"/>
        <a:ext cx="226111" cy="246248"/>
      </dsp:txXfrm>
    </dsp:sp>
    <dsp:sp modelId="{4823FF09-80C1-6C47-AD40-5A03FAFA1949}">
      <dsp:nvSpPr>
        <dsp:cNvPr id="0" name=""/>
        <dsp:cNvSpPr/>
      </dsp:nvSpPr>
      <dsp:spPr>
        <a:xfrm>
          <a:off x="1874983" y="3652812"/>
          <a:ext cx="1216041" cy="1216041"/>
        </a:xfrm>
        <a:prstGeom prst="ellipse">
          <a:avLst/>
        </a:prstGeom>
        <a:gradFill rotWithShape="0">
          <a:gsLst>
            <a:gs pos="0">
              <a:srgbClr val="FFC000"/>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Click-Through Rate (CTR)  9.56%</a:t>
          </a:r>
        </a:p>
      </dsp:txBody>
      <dsp:txXfrm>
        <a:off x="2053068" y="3830897"/>
        <a:ext cx="859871" cy="859871"/>
      </dsp:txXfrm>
    </dsp:sp>
    <dsp:sp modelId="{D041DBDB-9CCE-D745-950F-FBED93130FE1}">
      <dsp:nvSpPr>
        <dsp:cNvPr id="0" name=""/>
        <dsp:cNvSpPr/>
      </dsp:nvSpPr>
      <dsp:spPr>
        <a:xfrm rot="12600000">
          <a:off x="1538946" y="3603820"/>
          <a:ext cx="323015" cy="410414"/>
        </a:xfrm>
        <a:prstGeom prst="rightArrow">
          <a:avLst>
            <a:gd name="adj1" fmla="val 60000"/>
            <a:gd name="adj2" fmla="val 50000"/>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1629359" y="3710129"/>
        <a:ext cx="226111" cy="246248"/>
      </dsp:txXfrm>
    </dsp:sp>
    <dsp:sp modelId="{FD4552DB-229A-C44C-8099-4FBFA28F5575}">
      <dsp:nvSpPr>
        <dsp:cNvPr id="0" name=""/>
        <dsp:cNvSpPr/>
      </dsp:nvSpPr>
      <dsp:spPr>
        <a:xfrm>
          <a:off x="294049" y="2740059"/>
          <a:ext cx="1216041" cy="1216041"/>
        </a:xfrm>
        <a:prstGeom prst="ellipse">
          <a:avLst/>
        </a:prstGeom>
        <a:gradFill rotWithShape="0">
          <a:gsLst>
            <a:gs pos="0">
              <a:srgbClr val="7030A0"/>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Conversion  149</a:t>
          </a:r>
        </a:p>
      </dsp:txBody>
      <dsp:txXfrm>
        <a:off x="472134" y="2918144"/>
        <a:ext cx="859871" cy="859871"/>
      </dsp:txXfrm>
    </dsp:sp>
    <dsp:sp modelId="{97DB60B9-362C-7F41-8188-12C388DD6646}">
      <dsp:nvSpPr>
        <dsp:cNvPr id="0" name=""/>
        <dsp:cNvSpPr/>
      </dsp:nvSpPr>
      <dsp:spPr>
        <a:xfrm rot="16200000">
          <a:off x="740562" y="2239262"/>
          <a:ext cx="323015" cy="410414"/>
        </a:xfrm>
        <a:prstGeom prst="rightArrow">
          <a:avLst>
            <a:gd name="adj1" fmla="val 60000"/>
            <a:gd name="adj2" fmla="val 50000"/>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789014" y="2369797"/>
        <a:ext cx="226111" cy="246248"/>
      </dsp:txXfrm>
    </dsp:sp>
    <dsp:sp modelId="{F63B4CB5-C956-2E47-ABE5-EA7C9F627A7C}">
      <dsp:nvSpPr>
        <dsp:cNvPr id="0" name=""/>
        <dsp:cNvSpPr/>
      </dsp:nvSpPr>
      <dsp:spPr>
        <a:xfrm>
          <a:off x="294049" y="914554"/>
          <a:ext cx="1216041" cy="1216041"/>
        </a:xfrm>
        <a:prstGeom prst="ellipse">
          <a:avLst/>
        </a:prstGeom>
        <a:gradFill rotWithShape="0">
          <a:gsLst>
            <a:gs pos="0">
              <a:schemeClr val="accent2">
                <a:lumMod val="75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Cost </a:t>
          </a:r>
          <a:br>
            <a:rPr lang="en-US" sz="1300" kern="1200" dirty="0"/>
          </a:br>
          <a:r>
            <a:rPr lang="en-US" sz="1300" kern="1200" dirty="0"/>
            <a:t> $129</a:t>
          </a:r>
        </a:p>
      </dsp:txBody>
      <dsp:txXfrm>
        <a:off x="472134" y="1092639"/>
        <a:ext cx="859871" cy="859871"/>
      </dsp:txXfrm>
    </dsp:sp>
    <dsp:sp modelId="{618FFD90-5B6A-D940-BB2C-C10A75C1DDDC}">
      <dsp:nvSpPr>
        <dsp:cNvPr id="0" name=""/>
        <dsp:cNvSpPr/>
      </dsp:nvSpPr>
      <dsp:spPr>
        <a:xfrm rot="19800000">
          <a:off x="1523112" y="865562"/>
          <a:ext cx="323015" cy="410414"/>
        </a:xfrm>
        <a:prstGeom prst="rightArrow">
          <a:avLst>
            <a:gd name="adj1" fmla="val 60000"/>
            <a:gd name="adj2" fmla="val 50000"/>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529603" y="971871"/>
        <a:ext cx="226111" cy="24624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670ECD-D4C0-5447-BA82-1C0A86CF3A47}">
      <dsp:nvSpPr>
        <dsp:cNvPr id="0" name=""/>
        <dsp:cNvSpPr/>
      </dsp:nvSpPr>
      <dsp:spPr>
        <a:xfrm>
          <a:off x="1888926" y="1206"/>
          <a:ext cx="1188156" cy="1188156"/>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Impression   43K</a:t>
          </a:r>
        </a:p>
      </dsp:txBody>
      <dsp:txXfrm>
        <a:off x="2062927" y="175207"/>
        <a:ext cx="840154" cy="840154"/>
      </dsp:txXfrm>
    </dsp:sp>
    <dsp:sp modelId="{9D15562F-09AC-A04F-BC9C-F68CD86295EA}">
      <dsp:nvSpPr>
        <dsp:cNvPr id="0" name=""/>
        <dsp:cNvSpPr/>
      </dsp:nvSpPr>
      <dsp:spPr>
        <a:xfrm rot="1800000">
          <a:off x="3089957" y="836465"/>
          <a:ext cx="316128" cy="401002"/>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096310" y="892956"/>
        <a:ext cx="221290" cy="240602"/>
      </dsp:txXfrm>
    </dsp:sp>
    <dsp:sp modelId="{E24104B6-9238-0E49-8420-E41C5D3F468C}">
      <dsp:nvSpPr>
        <dsp:cNvPr id="0" name=""/>
        <dsp:cNvSpPr/>
      </dsp:nvSpPr>
      <dsp:spPr>
        <a:xfrm>
          <a:off x="3434457" y="893519"/>
          <a:ext cx="1188156" cy="1188156"/>
        </a:xfrm>
        <a:prstGeom prst="ellipse">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Clicks  3.26K</a:t>
          </a:r>
        </a:p>
      </dsp:txBody>
      <dsp:txXfrm>
        <a:off x="3608458" y="1067520"/>
        <a:ext cx="840154" cy="840154"/>
      </dsp:txXfrm>
    </dsp:sp>
    <dsp:sp modelId="{22D7B2AB-45AE-2149-8861-00B319C44379}">
      <dsp:nvSpPr>
        <dsp:cNvPr id="0" name=""/>
        <dsp:cNvSpPr/>
      </dsp:nvSpPr>
      <dsp:spPr>
        <a:xfrm rot="5400000">
          <a:off x="3870471" y="2170461"/>
          <a:ext cx="316128" cy="401002"/>
        </a:xfrm>
        <a:prstGeom prst="rightArrow">
          <a:avLst>
            <a:gd name="adj1" fmla="val 60000"/>
            <a:gd name="adj2" fmla="val 50000"/>
          </a:avLst>
        </a:prstGeom>
        <a:gradFill rotWithShape="0">
          <a:gsLst>
            <a:gs pos="0">
              <a:schemeClr val="accent2">
                <a:hueOff val="1288722"/>
                <a:satOff val="-3699"/>
                <a:lumOff val="-5922"/>
                <a:alphaOff val="0"/>
                <a:satMod val="103000"/>
                <a:lumMod val="102000"/>
                <a:tint val="94000"/>
              </a:schemeClr>
            </a:gs>
            <a:gs pos="50000">
              <a:schemeClr val="accent2">
                <a:hueOff val="1288722"/>
                <a:satOff val="-3699"/>
                <a:lumOff val="-5922"/>
                <a:alphaOff val="0"/>
                <a:satMod val="110000"/>
                <a:lumMod val="100000"/>
                <a:shade val="100000"/>
              </a:schemeClr>
            </a:gs>
            <a:gs pos="100000">
              <a:schemeClr val="accent2">
                <a:hueOff val="1288722"/>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917890" y="2203242"/>
        <a:ext cx="221290" cy="240602"/>
      </dsp:txXfrm>
    </dsp:sp>
    <dsp:sp modelId="{C59CA9E2-40FA-1B43-978E-F421A9A5F7F9}">
      <dsp:nvSpPr>
        <dsp:cNvPr id="0" name=""/>
        <dsp:cNvSpPr/>
      </dsp:nvSpPr>
      <dsp:spPr>
        <a:xfrm>
          <a:off x="3434457" y="2678144"/>
          <a:ext cx="1188156" cy="1188156"/>
        </a:xfrm>
        <a:prstGeom prst="ellipse">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Average CPC  $0.05</a:t>
          </a:r>
        </a:p>
      </dsp:txBody>
      <dsp:txXfrm>
        <a:off x="3608458" y="2852145"/>
        <a:ext cx="840154" cy="840154"/>
      </dsp:txXfrm>
    </dsp:sp>
    <dsp:sp modelId="{E4CBF490-873E-5A41-A2E7-D070622AD9E8}">
      <dsp:nvSpPr>
        <dsp:cNvPr id="0" name=""/>
        <dsp:cNvSpPr/>
      </dsp:nvSpPr>
      <dsp:spPr>
        <a:xfrm rot="9000000">
          <a:off x="3105454" y="3513404"/>
          <a:ext cx="316128" cy="401002"/>
        </a:xfrm>
        <a:prstGeom prst="rightArrow">
          <a:avLst>
            <a:gd name="adj1" fmla="val 60000"/>
            <a:gd name="adj2" fmla="val 50000"/>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193939" y="3569895"/>
        <a:ext cx="221290" cy="240602"/>
      </dsp:txXfrm>
    </dsp:sp>
    <dsp:sp modelId="{4823FF09-80C1-6C47-AD40-5A03FAFA1949}">
      <dsp:nvSpPr>
        <dsp:cNvPr id="0" name=""/>
        <dsp:cNvSpPr/>
      </dsp:nvSpPr>
      <dsp:spPr>
        <a:xfrm>
          <a:off x="1888926" y="3570457"/>
          <a:ext cx="1188156" cy="1188156"/>
        </a:xfrm>
        <a:prstGeom prst="ellipse">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Click-Through Rate (CTR)  7.58%</a:t>
          </a:r>
        </a:p>
      </dsp:txBody>
      <dsp:txXfrm>
        <a:off x="2062927" y="3744458"/>
        <a:ext cx="840154" cy="840154"/>
      </dsp:txXfrm>
    </dsp:sp>
    <dsp:sp modelId="{D041DBDB-9CCE-D745-950F-FBED93130FE1}">
      <dsp:nvSpPr>
        <dsp:cNvPr id="0" name=""/>
        <dsp:cNvSpPr/>
      </dsp:nvSpPr>
      <dsp:spPr>
        <a:xfrm rot="12600000">
          <a:off x="1559923" y="3522351"/>
          <a:ext cx="316128" cy="401002"/>
        </a:xfrm>
        <a:prstGeom prst="rightArrow">
          <a:avLst>
            <a:gd name="adj1" fmla="val 60000"/>
            <a:gd name="adj2" fmla="val 50000"/>
          </a:avLst>
        </a:prstGeom>
        <a:gradFill rotWithShape="0">
          <a:gsLst>
            <a:gs pos="0">
              <a:schemeClr val="accent2">
                <a:hueOff val="3866168"/>
                <a:satOff val="-11096"/>
                <a:lumOff val="-17765"/>
                <a:alphaOff val="0"/>
                <a:satMod val="103000"/>
                <a:lumMod val="102000"/>
                <a:tint val="94000"/>
              </a:schemeClr>
            </a:gs>
            <a:gs pos="50000">
              <a:schemeClr val="accent2">
                <a:hueOff val="3866168"/>
                <a:satOff val="-11096"/>
                <a:lumOff val="-17765"/>
                <a:alphaOff val="0"/>
                <a:satMod val="110000"/>
                <a:lumMod val="100000"/>
                <a:shade val="100000"/>
              </a:schemeClr>
            </a:gs>
            <a:gs pos="100000">
              <a:schemeClr val="accent2">
                <a:hueOff val="3866168"/>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648408" y="3626261"/>
        <a:ext cx="221290" cy="240602"/>
      </dsp:txXfrm>
    </dsp:sp>
    <dsp:sp modelId="{FD4552DB-229A-C44C-8099-4FBFA28F5575}">
      <dsp:nvSpPr>
        <dsp:cNvPr id="0" name=""/>
        <dsp:cNvSpPr/>
      </dsp:nvSpPr>
      <dsp:spPr>
        <a:xfrm>
          <a:off x="343395" y="2678144"/>
          <a:ext cx="1188156" cy="1188156"/>
        </a:xfrm>
        <a:prstGeom prst="ellipse">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Conversion  174</a:t>
          </a:r>
        </a:p>
      </dsp:txBody>
      <dsp:txXfrm>
        <a:off x="517396" y="2852145"/>
        <a:ext cx="840154" cy="840154"/>
      </dsp:txXfrm>
    </dsp:sp>
    <dsp:sp modelId="{97DB60B9-362C-7F41-8188-12C388DD6646}">
      <dsp:nvSpPr>
        <dsp:cNvPr id="0" name=""/>
        <dsp:cNvSpPr/>
      </dsp:nvSpPr>
      <dsp:spPr>
        <a:xfrm rot="16200000">
          <a:off x="779409" y="2188355"/>
          <a:ext cx="316128" cy="401002"/>
        </a:xfrm>
        <a:prstGeom prst="rightArrow">
          <a:avLst>
            <a:gd name="adj1" fmla="val 60000"/>
            <a:gd name="adj2" fmla="val 50000"/>
          </a:avLst>
        </a:prstGeom>
        <a:gradFill rotWithShape="0">
          <a:gsLst>
            <a:gs pos="0">
              <a:schemeClr val="accent2">
                <a:hueOff val="5154890"/>
                <a:satOff val="-14794"/>
                <a:lumOff val="-23687"/>
                <a:alphaOff val="0"/>
                <a:satMod val="103000"/>
                <a:lumMod val="102000"/>
                <a:tint val="94000"/>
              </a:schemeClr>
            </a:gs>
            <a:gs pos="50000">
              <a:schemeClr val="accent2">
                <a:hueOff val="5154890"/>
                <a:satOff val="-14794"/>
                <a:lumOff val="-23687"/>
                <a:alphaOff val="0"/>
                <a:satMod val="110000"/>
                <a:lumMod val="100000"/>
                <a:shade val="100000"/>
              </a:schemeClr>
            </a:gs>
            <a:gs pos="100000">
              <a:schemeClr val="accent2">
                <a:hueOff val="5154890"/>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826828" y="2315974"/>
        <a:ext cx="221290" cy="240602"/>
      </dsp:txXfrm>
    </dsp:sp>
    <dsp:sp modelId="{F63B4CB5-C956-2E47-ABE5-EA7C9F627A7C}">
      <dsp:nvSpPr>
        <dsp:cNvPr id="0" name=""/>
        <dsp:cNvSpPr/>
      </dsp:nvSpPr>
      <dsp:spPr>
        <a:xfrm>
          <a:off x="343395" y="893519"/>
          <a:ext cx="1188156" cy="1188156"/>
        </a:xfrm>
        <a:prstGeom prst="ellipse">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Cost </a:t>
          </a:r>
          <a:br>
            <a:rPr lang="en-US" sz="1200" kern="1200" dirty="0"/>
          </a:br>
          <a:r>
            <a:rPr lang="en-US" sz="1200" kern="1200" dirty="0"/>
            <a:t> $163</a:t>
          </a:r>
        </a:p>
      </dsp:txBody>
      <dsp:txXfrm>
        <a:off x="517396" y="1067520"/>
        <a:ext cx="840154" cy="840154"/>
      </dsp:txXfrm>
    </dsp:sp>
    <dsp:sp modelId="{618FFD90-5B6A-D940-BB2C-C10A75C1DDDC}">
      <dsp:nvSpPr>
        <dsp:cNvPr id="0" name=""/>
        <dsp:cNvSpPr/>
      </dsp:nvSpPr>
      <dsp:spPr>
        <a:xfrm rot="19800000">
          <a:off x="1544426" y="845412"/>
          <a:ext cx="316128" cy="401002"/>
        </a:xfrm>
        <a:prstGeom prst="rightArrow">
          <a:avLst>
            <a:gd name="adj1" fmla="val 60000"/>
            <a:gd name="adj2" fmla="val 50000"/>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550779" y="949322"/>
        <a:ext cx="221290" cy="24060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82D32-70FD-C24D-AE78-D7AD8C1E121A}">
      <dsp:nvSpPr>
        <dsp:cNvPr id="0" name=""/>
        <dsp:cNvSpPr/>
      </dsp:nvSpPr>
      <dsp:spPr>
        <a:xfrm>
          <a:off x="0" y="32836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Performance Patterns: </a:t>
          </a:r>
        </a:p>
      </dsp:txBody>
      <dsp:txXfrm>
        <a:off x="15592" y="343954"/>
        <a:ext cx="4720925" cy="288226"/>
      </dsp:txXfrm>
    </dsp:sp>
    <dsp:sp modelId="{007D3290-79A9-CB47-926A-2D71CBBC4457}">
      <dsp:nvSpPr>
        <dsp:cNvPr id="0" name=""/>
        <dsp:cNvSpPr/>
      </dsp:nvSpPr>
      <dsp:spPr>
        <a:xfrm>
          <a:off x="0" y="68521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 Darker spots indicate increased activity. </a:t>
          </a:r>
        </a:p>
      </dsp:txBody>
      <dsp:txXfrm>
        <a:off x="15592" y="700804"/>
        <a:ext cx="4720925" cy="288226"/>
      </dsp:txXfrm>
    </dsp:sp>
    <dsp:sp modelId="{50C3B932-30AA-F842-B43E-1DF482AF3708}">
      <dsp:nvSpPr>
        <dsp:cNvPr id="0" name=""/>
        <dsp:cNvSpPr/>
      </dsp:nvSpPr>
      <dsp:spPr>
        <a:xfrm>
          <a:off x="0" y="104206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 Peak activity occurs throughout lunchtime and early morning.</a:t>
          </a:r>
        </a:p>
      </dsp:txBody>
      <dsp:txXfrm>
        <a:off x="15592" y="1057654"/>
        <a:ext cx="4720925" cy="288226"/>
      </dsp:txXfrm>
    </dsp:sp>
    <dsp:sp modelId="{CEC2F1C5-F470-6948-8CC1-BB63C4DFB2E4}">
      <dsp:nvSpPr>
        <dsp:cNvPr id="0" name=""/>
        <dsp:cNvSpPr/>
      </dsp:nvSpPr>
      <dsp:spPr>
        <a:xfrm>
          <a:off x="0" y="139891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Day-specific insights: </a:t>
          </a:r>
        </a:p>
      </dsp:txBody>
      <dsp:txXfrm>
        <a:off x="15592" y="1414504"/>
        <a:ext cx="4720925" cy="288226"/>
      </dsp:txXfrm>
    </dsp:sp>
    <dsp:sp modelId="{9C738C73-5726-C042-B5A0-EFA48699DA80}">
      <dsp:nvSpPr>
        <dsp:cNvPr id="0" name=""/>
        <dsp:cNvSpPr/>
      </dsp:nvSpPr>
      <dsp:spPr>
        <a:xfrm>
          <a:off x="0" y="175576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Wednesdays and Thursdays have higher performance.</a:t>
          </a:r>
        </a:p>
      </dsp:txBody>
      <dsp:txXfrm>
        <a:off x="15592" y="1771354"/>
        <a:ext cx="4720925" cy="288226"/>
      </dsp:txXfrm>
    </dsp:sp>
    <dsp:sp modelId="{0D0E9928-66E0-2945-B46E-AE23FA063BE7}">
      <dsp:nvSpPr>
        <dsp:cNvPr id="0" name=""/>
        <dsp:cNvSpPr/>
      </dsp:nvSpPr>
      <dsp:spPr>
        <a:xfrm>
          <a:off x="0" y="211261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Weekend performance tends to be lower or scattered.</a:t>
          </a:r>
        </a:p>
      </dsp:txBody>
      <dsp:txXfrm>
        <a:off x="15592" y="2128204"/>
        <a:ext cx="4720925" cy="288226"/>
      </dsp:txXfrm>
    </dsp:sp>
    <dsp:sp modelId="{FF587E5E-5F97-0849-A576-EB56FF57D9A6}">
      <dsp:nvSpPr>
        <dsp:cNvPr id="0" name=""/>
        <dsp:cNvSpPr/>
      </dsp:nvSpPr>
      <dsp:spPr>
        <a:xfrm>
          <a:off x="0" y="246946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Time-specific trends: </a:t>
          </a:r>
        </a:p>
      </dsp:txBody>
      <dsp:txXfrm>
        <a:off x="15592" y="2485054"/>
        <a:ext cx="4720925" cy="288226"/>
      </dsp:txXfrm>
    </dsp:sp>
    <dsp:sp modelId="{8312885E-A567-2C43-A209-4AD4F4C4C6F2}">
      <dsp:nvSpPr>
        <dsp:cNvPr id="0" name=""/>
        <dsp:cNvSpPr/>
      </dsp:nvSpPr>
      <dsp:spPr>
        <a:xfrm>
          <a:off x="0" y="282631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Peak activity occurs between 6 AM and 12 PM. </a:t>
          </a:r>
        </a:p>
      </dsp:txBody>
      <dsp:txXfrm>
        <a:off x="15592" y="2841904"/>
        <a:ext cx="4720925" cy="288226"/>
      </dsp:txXfrm>
    </dsp:sp>
    <dsp:sp modelId="{EEEDA9FA-4605-F743-94BF-A2AAE3B244D2}">
      <dsp:nvSpPr>
        <dsp:cNvPr id="0" name=""/>
        <dsp:cNvSpPr/>
      </dsp:nvSpPr>
      <dsp:spPr>
        <a:xfrm>
          <a:off x="0" y="3183162"/>
          <a:ext cx="4752109"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 Evening hours exhibit low activity.</a:t>
          </a:r>
        </a:p>
      </dsp:txBody>
      <dsp:txXfrm>
        <a:off x="15592" y="3198754"/>
        <a:ext cx="4720925" cy="2882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08A6DD-9618-0F46-8268-FDFDB83E9892}">
      <dsp:nvSpPr>
        <dsp:cNvPr id="0" name=""/>
        <dsp:cNvSpPr/>
      </dsp:nvSpPr>
      <dsp:spPr>
        <a:xfrm>
          <a:off x="0" y="23655"/>
          <a:ext cx="6900512" cy="71253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Impressions 44.2K</a:t>
          </a:r>
        </a:p>
      </dsp:txBody>
      <dsp:txXfrm>
        <a:off x="34783" y="58438"/>
        <a:ext cx="6830946" cy="642964"/>
      </dsp:txXfrm>
    </dsp:sp>
    <dsp:sp modelId="{2F42653C-BA17-D740-B93C-759E603C6507}">
      <dsp:nvSpPr>
        <dsp:cNvPr id="0" name=""/>
        <dsp:cNvSpPr/>
      </dsp:nvSpPr>
      <dsp:spPr>
        <a:xfrm>
          <a:off x="0" y="819705"/>
          <a:ext cx="6900512" cy="712530"/>
        </a:xfrm>
        <a:prstGeom prst="roundRect">
          <a:avLst/>
        </a:prstGeom>
        <a:solidFill>
          <a:schemeClr val="accent2">
            <a:hueOff val="1073935"/>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Views 4.36K</a:t>
          </a:r>
        </a:p>
      </dsp:txBody>
      <dsp:txXfrm>
        <a:off x="34783" y="854488"/>
        <a:ext cx="6830946" cy="642964"/>
      </dsp:txXfrm>
    </dsp:sp>
    <dsp:sp modelId="{D079EF8F-11B7-8845-B865-284F5436B04F}">
      <dsp:nvSpPr>
        <dsp:cNvPr id="0" name=""/>
        <dsp:cNvSpPr/>
      </dsp:nvSpPr>
      <dsp:spPr>
        <a:xfrm>
          <a:off x="0" y="1615755"/>
          <a:ext cx="6900512" cy="71253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Average CPC $0.01</a:t>
          </a:r>
        </a:p>
      </dsp:txBody>
      <dsp:txXfrm>
        <a:off x="34783" y="1650538"/>
        <a:ext cx="6830946" cy="642964"/>
      </dsp:txXfrm>
    </dsp:sp>
    <dsp:sp modelId="{D756E864-9FC1-C546-9272-7ACF0E228AF8}">
      <dsp:nvSpPr>
        <dsp:cNvPr id="0" name=""/>
        <dsp:cNvSpPr/>
      </dsp:nvSpPr>
      <dsp:spPr>
        <a:xfrm>
          <a:off x="0" y="2411805"/>
          <a:ext cx="6900512" cy="712530"/>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Clicks 532</a:t>
          </a:r>
        </a:p>
      </dsp:txBody>
      <dsp:txXfrm>
        <a:off x="34783" y="2446588"/>
        <a:ext cx="6830946" cy="642964"/>
      </dsp:txXfrm>
    </dsp:sp>
    <dsp:sp modelId="{EC3B4B03-C4B8-7745-900D-3298A103BDB8}">
      <dsp:nvSpPr>
        <dsp:cNvPr id="0" name=""/>
        <dsp:cNvSpPr/>
      </dsp:nvSpPr>
      <dsp:spPr>
        <a:xfrm>
          <a:off x="0" y="3207855"/>
          <a:ext cx="6900512" cy="712530"/>
        </a:xfrm>
        <a:prstGeom prst="roundRect">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Cost $41.59</a:t>
          </a:r>
        </a:p>
      </dsp:txBody>
      <dsp:txXfrm>
        <a:off x="34783" y="3242638"/>
        <a:ext cx="6830946" cy="642964"/>
      </dsp:txXfrm>
    </dsp:sp>
    <dsp:sp modelId="{D5E671B6-3EE3-1F4B-BE5B-EAC283731FE7}">
      <dsp:nvSpPr>
        <dsp:cNvPr id="0" name=""/>
        <dsp:cNvSpPr/>
      </dsp:nvSpPr>
      <dsp:spPr>
        <a:xfrm>
          <a:off x="0" y="4003905"/>
          <a:ext cx="6900512" cy="712530"/>
        </a:xfrm>
        <a:prstGeom prst="roundRect">
          <a:avLst/>
        </a:prstGeom>
        <a:solidFill>
          <a:schemeClr val="accent2">
            <a:hueOff val="5369677"/>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View Rate 9.87%</a:t>
          </a:r>
        </a:p>
      </dsp:txBody>
      <dsp:txXfrm>
        <a:off x="34783" y="4038688"/>
        <a:ext cx="6830946" cy="642964"/>
      </dsp:txXfrm>
    </dsp:sp>
    <dsp:sp modelId="{7B10964E-7473-B646-B51E-4A009D13C988}">
      <dsp:nvSpPr>
        <dsp:cNvPr id="0" name=""/>
        <dsp:cNvSpPr/>
      </dsp:nvSpPr>
      <dsp:spPr>
        <a:xfrm>
          <a:off x="0" y="4799955"/>
          <a:ext cx="6900512" cy="71253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Cost/Conv $0.99</a:t>
          </a:r>
          <a:endParaRPr lang="en-US" sz="2900" kern="1200" dirty="0"/>
        </a:p>
      </dsp:txBody>
      <dsp:txXfrm>
        <a:off x="34783" y="4834738"/>
        <a:ext cx="6830946" cy="64296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F605AE-5E92-3642-97A1-7A68A25199AF}">
      <dsp:nvSpPr>
        <dsp:cNvPr id="0" name=""/>
        <dsp:cNvSpPr/>
      </dsp:nvSpPr>
      <dsp:spPr>
        <a:xfrm>
          <a:off x="5705" y="1425227"/>
          <a:ext cx="1768574" cy="106114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Reach 394,839</a:t>
          </a:r>
        </a:p>
      </dsp:txBody>
      <dsp:txXfrm>
        <a:off x="36785" y="1456307"/>
        <a:ext cx="1706414" cy="998984"/>
      </dsp:txXfrm>
    </dsp:sp>
    <dsp:sp modelId="{0A336131-1B17-5847-B835-9A2806B48074}">
      <dsp:nvSpPr>
        <dsp:cNvPr id="0" name=""/>
        <dsp:cNvSpPr/>
      </dsp:nvSpPr>
      <dsp:spPr>
        <a:xfrm>
          <a:off x="1951136" y="1736496"/>
          <a:ext cx="374937" cy="43860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1951136" y="1824217"/>
        <a:ext cx="262456" cy="263164"/>
      </dsp:txXfrm>
    </dsp:sp>
    <dsp:sp modelId="{F9FBE106-7732-8247-AB61-8BE18EB426F5}">
      <dsp:nvSpPr>
        <dsp:cNvPr id="0" name=""/>
        <dsp:cNvSpPr/>
      </dsp:nvSpPr>
      <dsp:spPr>
        <a:xfrm>
          <a:off x="2481708" y="1425227"/>
          <a:ext cx="1768574" cy="1061144"/>
        </a:xfrm>
        <a:prstGeom prst="roundRect">
          <a:avLst>
            <a:gd name="adj" fmla="val 10000"/>
          </a:avLst>
        </a:prstGeom>
        <a:solidFill>
          <a:schemeClr val="accent2">
            <a:hueOff val="1610903"/>
            <a:satOff val="-4623"/>
            <a:lumOff val="-7402"/>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Impressions 1,287,746</a:t>
          </a:r>
        </a:p>
      </dsp:txBody>
      <dsp:txXfrm>
        <a:off x="2512788" y="1456307"/>
        <a:ext cx="1706414" cy="998984"/>
      </dsp:txXfrm>
    </dsp:sp>
    <dsp:sp modelId="{76A0A992-D478-674D-ADC7-C400F60C49E2}">
      <dsp:nvSpPr>
        <dsp:cNvPr id="0" name=""/>
        <dsp:cNvSpPr/>
      </dsp:nvSpPr>
      <dsp:spPr>
        <a:xfrm>
          <a:off x="4427140" y="1736496"/>
          <a:ext cx="374937" cy="438606"/>
        </a:xfrm>
        <a:prstGeom prst="rightArrow">
          <a:avLst>
            <a:gd name="adj1" fmla="val 60000"/>
            <a:gd name="adj2" fmla="val 50000"/>
          </a:avLst>
        </a:prstGeom>
        <a:solidFill>
          <a:schemeClr val="accent2">
            <a:hueOff val="2147871"/>
            <a:satOff val="-6164"/>
            <a:lumOff val="-987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427140" y="1824217"/>
        <a:ext cx="262456" cy="263164"/>
      </dsp:txXfrm>
    </dsp:sp>
    <dsp:sp modelId="{B767AA94-859F-A341-9879-49953306429D}">
      <dsp:nvSpPr>
        <dsp:cNvPr id="0" name=""/>
        <dsp:cNvSpPr/>
      </dsp:nvSpPr>
      <dsp:spPr>
        <a:xfrm>
          <a:off x="4957712" y="1425227"/>
          <a:ext cx="1768574" cy="1061144"/>
        </a:xfrm>
        <a:prstGeom prst="roundRect">
          <a:avLst>
            <a:gd name="adj" fmla="val 10000"/>
          </a:avLst>
        </a:prstGeom>
        <a:solidFill>
          <a:schemeClr val="accent2">
            <a:hueOff val="3221806"/>
            <a:satOff val="-9246"/>
            <a:lumOff val="-14805"/>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Results 21,484</a:t>
          </a:r>
        </a:p>
      </dsp:txBody>
      <dsp:txXfrm>
        <a:off x="4988792" y="1456307"/>
        <a:ext cx="1706414" cy="998984"/>
      </dsp:txXfrm>
    </dsp:sp>
    <dsp:sp modelId="{F3FA274B-225A-6941-ACCE-43F03EB789E1}">
      <dsp:nvSpPr>
        <dsp:cNvPr id="0" name=""/>
        <dsp:cNvSpPr/>
      </dsp:nvSpPr>
      <dsp:spPr>
        <a:xfrm>
          <a:off x="6903144" y="1736496"/>
          <a:ext cx="374937" cy="438606"/>
        </a:xfrm>
        <a:prstGeom prst="rightArrow">
          <a:avLst>
            <a:gd name="adj1" fmla="val 60000"/>
            <a:gd name="adj2" fmla="val 50000"/>
          </a:avLst>
        </a:prstGeom>
        <a:solidFill>
          <a:schemeClr val="accent2">
            <a:hueOff val="4295742"/>
            <a:satOff val="-12329"/>
            <a:lumOff val="-19739"/>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903144" y="1824217"/>
        <a:ext cx="262456" cy="263164"/>
      </dsp:txXfrm>
    </dsp:sp>
    <dsp:sp modelId="{F1FCEE32-722C-FA4D-9664-22E8814FD7D5}">
      <dsp:nvSpPr>
        <dsp:cNvPr id="0" name=""/>
        <dsp:cNvSpPr/>
      </dsp:nvSpPr>
      <dsp:spPr>
        <a:xfrm>
          <a:off x="7433716" y="1425227"/>
          <a:ext cx="1768574" cy="1061144"/>
        </a:xfrm>
        <a:prstGeom prst="roundRect">
          <a:avLst>
            <a:gd name="adj" fmla="val 10000"/>
          </a:avLst>
        </a:prstGeom>
        <a:solidFill>
          <a:schemeClr val="accent2">
            <a:hueOff val="4832709"/>
            <a:satOff val="-13870"/>
            <a:lumOff val="-22207"/>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Clicks 30,360</a:t>
          </a:r>
        </a:p>
      </dsp:txBody>
      <dsp:txXfrm>
        <a:off x="7464796" y="1456307"/>
        <a:ext cx="1706414" cy="998984"/>
      </dsp:txXfrm>
    </dsp:sp>
    <dsp:sp modelId="{8C8FE122-889F-8D4E-BAB6-F7640F8164EC}">
      <dsp:nvSpPr>
        <dsp:cNvPr id="0" name=""/>
        <dsp:cNvSpPr/>
      </dsp:nvSpPr>
      <dsp:spPr>
        <a:xfrm>
          <a:off x="9379148" y="1736496"/>
          <a:ext cx="374937" cy="438606"/>
        </a:xfrm>
        <a:prstGeom prst="rightArrow">
          <a:avLst>
            <a:gd name="adj1" fmla="val 60000"/>
            <a:gd name="adj2" fmla="val 50000"/>
          </a:avLst>
        </a:prstGeom>
        <a:solidFill>
          <a:schemeClr val="accent2">
            <a:hueOff val="6443612"/>
            <a:satOff val="-18493"/>
            <a:lumOff val="-29609"/>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9379148" y="1824217"/>
        <a:ext cx="262456" cy="263164"/>
      </dsp:txXfrm>
    </dsp:sp>
    <dsp:sp modelId="{08B6368A-E6C3-2849-A056-82C568581492}">
      <dsp:nvSpPr>
        <dsp:cNvPr id="0" name=""/>
        <dsp:cNvSpPr/>
      </dsp:nvSpPr>
      <dsp:spPr>
        <a:xfrm>
          <a:off x="9909720" y="1425227"/>
          <a:ext cx="1768574" cy="1061144"/>
        </a:xfrm>
        <a:prstGeom prst="roundRect">
          <a:avLst>
            <a:gd name="adj" fmla="val 10000"/>
          </a:avLst>
        </a:prstGeom>
        <a:solidFill>
          <a:schemeClr val="accent2">
            <a:hueOff val="6443612"/>
            <a:satOff val="-18493"/>
            <a:lumOff val="-2960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CPC $0.27</a:t>
          </a:r>
        </a:p>
      </dsp:txBody>
      <dsp:txXfrm>
        <a:off x="9940800" y="1456307"/>
        <a:ext cx="1706414" cy="99898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1E7B4-5F50-484D-8C44-A55B4AFD3F72}">
      <dsp:nvSpPr>
        <dsp:cNvPr id="0" name=""/>
        <dsp:cNvSpPr/>
      </dsp:nvSpPr>
      <dsp:spPr>
        <a:xfrm>
          <a:off x="10777" y="415776"/>
          <a:ext cx="1792779" cy="537833"/>
        </a:xfrm>
        <a:prstGeom prst="chevron">
          <a:avLst>
            <a:gd name="adj" fmla="val 3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dirty="0">
              <a:latin typeface="APPLE CHANCERY" panose="03020702040506060504" pitchFamily="66" charset="-79"/>
              <a:cs typeface="APPLE CHANCERY" panose="03020702040506060504" pitchFamily="66" charset="-79"/>
            </a:rPr>
            <a:t>Increase</a:t>
          </a:r>
        </a:p>
      </dsp:txBody>
      <dsp:txXfrm>
        <a:off x="172127" y="415776"/>
        <a:ext cx="1470079" cy="537833"/>
      </dsp:txXfrm>
    </dsp:sp>
    <dsp:sp modelId="{474075C1-5B23-5E4E-80BB-F034AA0182E3}">
      <dsp:nvSpPr>
        <dsp:cNvPr id="0" name=""/>
        <dsp:cNvSpPr/>
      </dsp:nvSpPr>
      <dsp:spPr>
        <a:xfrm>
          <a:off x="10777" y="953610"/>
          <a:ext cx="1631429" cy="2981951"/>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dirty="0">
              <a:latin typeface="APPLE CHANCERY" panose="03020702040506060504" pitchFamily="66" charset="-79"/>
              <a:cs typeface="APPLE CHANCERY" panose="03020702040506060504" pitchFamily="66" charset="-79"/>
            </a:rPr>
            <a:t>Increase focus on video content  With low cost-per-result and high engagement, allocate a larger budget to videos.</a:t>
          </a:r>
        </a:p>
      </dsp:txBody>
      <dsp:txXfrm>
        <a:off x="10777" y="953610"/>
        <a:ext cx="1631429" cy="2981951"/>
      </dsp:txXfrm>
    </dsp:sp>
    <dsp:sp modelId="{BE1216D4-A2F6-E449-A523-E6D78B254CD9}">
      <dsp:nvSpPr>
        <dsp:cNvPr id="0" name=""/>
        <dsp:cNvSpPr/>
      </dsp:nvSpPr>
      <dsp:spPr>
        <a:xfrm>
          <a:off x="1751030" y="415776"/>
          <a:ext cx="1792779" cy="537833"/>
        </a:xfrm>
        <a:prstGeom prst="chevron">
          <a:avLst>
            <a:gd name="adj" fmla="val 30000"/>
          </a:avLst>
        </a:prstGeom>
        <a:gradFill rotWithShape="0">
          <a:gsLst>
            <a:gs pos="0">
              <a:schemeClr val="accent5">
                <a:hueOff val="-2430430"/>
                <a:satOff val="-165"/>
                <a:lumOff val="392"/>
                <a:alphaOff val="0"/>
                <a:satMod val="103000"/>
                <a:lumMod val="102000"/>
                <a:tint val="94000"/>
              </a:schemeClr>
            </a:gs>
            <a:gs pos="50000">
              <a:schemeClr val="accent5">
                <a:hueOff val="-2430430"/>
                <a:satOff val="-165"/>
                <a:lumOff val="392"/>
                <a:alphaOff val="0"/>
                <a:satMod val="110000"/>
                <a:lumMod val="100000"/>
                <a:shade val="100000"/>
              </a:schemeClr>
            </a:gs>
            <a:gs pos="100000">
              <a:schemeClr val="accent5">
                <a:hueOff val="-2430430"/>
                <a:satOff val="-165"/>
                <a:lumOff val="392"/>
                <a:alphaOff val="0"/>
                <a:lumMod val="99000"/>
                <a:satMod val="120000"/>
                <a:shade val="78000"/>
              </a:schemeClr>
            </a:gs>
          </a:gsLst>
          <a:lin ang="5400000" scaled="0"/>
        </a:gradFill>
        <a:ln w="12700" cap="flat" cmpd="sng" algn="ctr">
          <a:solidFill>
            <a:schemeClr val="accent5">
              <a:hueOff val="-2430430"/>
              <a:satOff val="-165"/>
              <a:lumOff val="39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dirty="0">
              <a:latin typeface="APPLE CHANCERY" panose="03020702040506060504" pitchFamily="66" charset="-79"/>
              <a:cs typeface="APPLE CHANCERY" panose="03020702040506060504" pitchFamily="66" charset="-79"/>
            </a:rPr>
            <a:t>Invest in</a:t>
          </a:r>
        </a:p>
      </dsp:txBody>
      <dsp:txXfrm>
        <a:off x="1912380" y="415776"/>
        <a:ext cx="1470079" cy="537833"/>
      </dsp:txXfrm>
    </dsp:sp>
    <dsp:sp modelId="{4111C3F8-40FE-FF40-9371-98B34E103660}">
      <dsp:nvSpPr>
        <dsp:cNvPr id="0" name=""/>
        <dsp:cNvSpPr/>
      </dsp:nvSpPr>
      <dsp:spPr>
        <a:xfrm>
          <a:off x="1751030" y="953610"/>
          <a:ext cx="1631429" cy="2981951"/>
        </a:xfrm>
        <a:prstGeom prst="rect">
          <a:avLst/>
        </a:prstGeom>
        <a:solidFill>
          <a:schemeClr val="accent5">
            <a:tint val="40000"/>
            <a:alpha val="90000"/>
            <a:hueOff val="-2388933"/>
            <a:satOff val="533"/>
            <a:lumOff val="80"/>
            <a:alphaOff val="0"/>
          </a:schemeClr>
        </a:solidFill>
        <a:ln w="12700" cap="flat" cmpd="sng" algn="ctr">
          <a:solidFill>
            <a:schemeClr val="accent5">
              <a:tint val="40000"/>
              <a:alpha val="90000"/>
              <a:hueOff val="-2388933"/>
              <a:satOff val="533"/>
              <a:lumOff val="8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a:latin typeface="APPLE CHANCERY" panose="03020702040506060504" pitchFamily="66" charset="-79"/>
              <a:cs typeface="APPLE CHANCERY" panose="03020702040506060504" pitchFamily="66" charset="-79"/>
            </a:rPr>
            <a:t>Invest in retargeting campaigns: Use data from this campaign to reach users who engaged but didn’t convert.</a:t>
          </a:r>
        </a:p>
      </dsp:txBody>
      <dsp:txXfrm>
        <a:off x="1751030" y="953610"/>
        <a:ext cx="1631429" cy="2981951"/>
      </dsp:txXfrm>
    </dsp:sp>
    <dsp:sp modelId="{3D4B574A-77F7-964E-9204-2C565D2317CF}">
      <dsp:nvSpPr>
        <dsp:cNvPr id="0" name=""/>
        <dsp:cNvSpPr/>
      </dsp:nvSpPr>
      <dsp:spPr>
        <a:xfrm>
          <a:off x="3491283" y="415776"/>
          <a:ext cx="1792779" cy="537833"/>
        </a:xfrm>
        <a:prstGeom prst="chevron">
          <a:avLst>
            <a:gd name="adj" fmla="val 30000"/>
          </a:avLst>
        </a:prstGeom>
        <a:gradFill rotWithShape="0">
          <a:gsLst>
            <a:gs pos="0">
              <a:schemeClr val="accent5">
                <a:hueOff val="-4860860"/>
                <a:satOff val="-330"/>
                <a:lumOff val="784"/>
                <a:alphaOff val="0"/>
                <a:satMod val="103000"/>
                <a:lumMod val="102000"/>
                <a:tint val="94000"/>
              </a:schemeClr>
            </a:gs>
            <a:gs pos="50000">
              <a:schemeClr val="accent5">
                <a:hueOff val="-4860860"/>
                <a:satOff val="-330"/>
                <a:lumOff val="784"/>
                <a:alphaOff val="0"/>
                <a:satMod val="110000"/>
                <a:lumMod val="100000"/>
                <a:shade val="100000"/>
              </a:schemeClr>
            </a:gs>
            <a:gs pos="100000">
              <a:schemeClr val="accent5">
                <a:hueOff val="-4860860"/>
                <a:satOff val="-330"/>
                <a:lumOff val="784"/>
                <a:alphaOff val="0"/>
                <a:lumMod val="99000"/>
                <a:satMod val="120000"/>
                <a:shade val="78000"/>
              </a:schemeClr>
            </a:gs>
          </a:gsLst>
          <a:lin ang="5400000" scaled="0"/>
        </a:gradFill>
        <a:ln w="12700" cap="flat" cmpd="sng" algn="ctr">
          <a:solidFill>
            <a:schemeClr val="accent5">
              <a:hueOff val="-4860860"/>
              <a:satOff val="-330"/>
              <a:lumOff val="78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a:latin typeface="APPLE CHANCERY" panose="03020702040506060504" pitchFamily="66" charset="-79"/>
              <a:cs typeface="APPLE CHANCERY" panose="03020702040506060504" pitchFamily="66" charset="-79"/>
            </a:rPr>
            <a:t>Create</a:t>
          </a:r>
        </a:p>
      </dsp:txBody>
      <dsp:txXfrm>
        <a:off x="3652633" y="415776"/>
        <a:ext cx="1470079" cy="537833"/>
      </dsp:txXfrm>
    </dsp:sp>
    <dsp:sp modelId="{9E97F249-6A11-1D43-9C06-B615E2D607C3}">
      <dsp:nvSpPr>
        <dsp:cNvPr id="0" name=""/>
        <dsp:cNvSpPr/>
      </dsp:nvSpPr>
      <dsp:spPr>
        <a:xfrm>
          <a:off x="3491283" y="953610"/>
          <a:ext cx="1631429" cy="2981951"/>
        </a:xfrm>
        <a:prstGeom prst="rect">
          <a:avLst/>
        </a:prstGeom>
        <a:solidFill>
          <a:schemeClr val="accent5">
            <a:tint val="40000"/>
            <a:alpha val="90000"/>
            <a:hueOff val="-4777866"/>
            <a:satOff val="1067"/>
            <a:lumOff val="160"/>
            <a:alphaOff val="0"/>
          </a:schemeClr>
        </a:solidFill>
        <a:ln w="12700" cap="flat" cmpd="sng" algn="ctr">
          <a:solidFill>
            <a:schemeClr val="accent5">
              <a:tint val="40000"/>
              <a:alpha val="90000"/>
              <a:hueOff val="-4777866"/>
              <a:satOff val="1067"/>
              <a:lumOff val="16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a:latin typeface="APPLE CHANCERY" panose="03020702040506060504" pitchFamily="66" charset="-79"/>
              <a:cs typeface="APPLE CHANCERY" panose="03020702040506060504" pitchFamily="66" charset="-79"/>
            </a:rPr>
            <a:t>Create Multi Ad Groups for Campaigns- we have focused ad groups on display and could not start with Video campaign in the start stage. </a:t>
          </a:r>
        </a:p>
      </dsp:txBody>
      <dsp:txXfrm>
        <a:off x="3491283" y="953610"/>
        <a:ext cx="1631429" cy="2981951"/>
      </dsp:txXfrm>
    </dsp:sp>
    <dsp:sp modelId="{80EE2D84-969B-1647-BF53-41274420F7D6}">
      <dsp:nvSpPr>
        <dsp:cNvPr id="0" name=""/>
        <dsp:cNvSpPr/>
      </dsp:nvSpPr>
      <dsp:spPr>
        <a:xfrm>
          <a:off x="5231536" y="415776"/>
          <a:ext cx="1792779" cy="537833"/>
        </a:xfrm>
        <a:prstGeom prst="chevron">
          <a:avLst>
            <a:gd name="adj" fmla="val 30000"/>
          </a:avLst>
        </a:prstGeom>
        <a:gradFill rotWithShape="0">
          <a:gsLst>
            <a:gs pos="0">
              <a:schemeClr val="accent5">
                <a:hueOff val="-7291290"/>
                <a:satOff val="-496"/>
                <a:lumOff val="1177"/>
                <a:alphaOff val="0"/>
                <a:satMod val="103000"/>
                <a:lumMod val="102000"/>
                <a:tint val="94000"/>
              </a:schemeClr>
            </a:gs>
            <a:gs pos="50000">
              <a:schemeClr val="accent5">
                <a:hueOff val="-7291290"/>
                <a:satOff val="-496"/>
                <a:lumOff val="1177"/>
                <a:alphaOff val="0"/>
                <a:satMod val="110000"/>
                <a:lumMod val="100000"/>
                <a:shade val="100000"/>
              </a:schemeClr>
            </a:gs>
            <a:gs pos="100000">
              <a:schemeClr val="accent5">
                <a:hueOff val="-7291290"/>
                <a:satOff val="-496"/>
                <a:lumOff val="1177"/>
                <a:alphaOff val="0"/>
                <a:lumMod val="99000"/>
                <a:satMod val="120000"/>
                <a:shade val="78000"/>
              </a:schemeClr>
            </a:gs>
          </a:gsLst>
          <a:lin ang="5400000" scaled="0"/>
        </a:gradFill>
        <a:ln w="12700" cap="flat" cmpd="sng" algn="ctr">
          <a:solidFill>
            <a:schemeClr val="accent5">
              <a:hueOff val="-7291290"/>
              <a:satOff val="-496"/>
              <a:lumOff val="117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a:latin typeface="APPLE CHANCERY" panose="03020702040506060504" pitchFamily="66" charset="-79"/>
              <a:cs typeface="APPLE CHANCERY" panose="03020702040506060504" pitchFamily="66" charset="-79"/>
            </a:rPr>
            <a:t>Highlight</a:t>
          </a:r>
        </a:p>
      </dsp:txBody>
      <dsp:txXfrm>
        <a:off x="5392886" y="415776"/>
        <a:ext cx="1470079" cy="537833"/>
      </dsp:txXfrm>
    </dsp:sp>
    <dsp:sp modelId="{238E3984-0877-2D41-A05D-41AF7B6326EF}">
      <dsp:nvSpPr>
        <dsp:cNvPr id="0" name=""/>
        <dsp:cNvSpPr/>
      </dsp:nvSpPr>
      <dsp:spPr>
        <a:xfrm>
          <a:off x="5231536" y="953610"/>
          <a:ext cx="1631429" cy="2981951"/>
        </a:xfrm>
        <a:prstGeom prst="rect">
          <a:avLst/>
        </a:prstGeom>
        <a:solidFill>
          <a:schemeClr val="accent5">
            <a:tint val="40000"/>
            <a:alpha val="90000"/>
            <a:hueOff val="-7166800"/>
            <a:satOff val="1600"/>
            <a:lumOff val="241"/>
            <a:alphaOff val="0"/>
          </a:schemeClr>
        </a:solidFill>
        <a:ln w="12700" cap="flat" cmpd="sng" algn="ctr">
          <a:solidFill>
            <a:schemeClr val="accent5">
              <a:tint val="40000"/>
              <a:alpha val="90000"/>
              <a:hueOff val="-7166800"/>
              <a:satOff val="1600"/>
              <a:lumOff val="24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a:latin typeface="APPLE CHANCERY" panose="03020702040506060504" pitchFamily="66" charset="-79"/>
              <a:cs typeface="APPLE CHANCERY" panose="03020702040506060504" pitchFamily="66" charset="-79"/>
            </a:rPr>
            <a:t>Highlight success stories, testimonials, and reviews to build trust and credibility post or videos.</a:t>
          </a:r>
        </a:p>
      </dsp:txBody>
      <dsp:txXfrm>
        <a:off x="5231536" y="953610"/>
        <a:ext cx="1631429" cy="2981951"/>
      </dsp:txXfrm>
    </dsp:sp>
    <dsp:sp modelId="{4317EC5D-5E2B-8143-911A-EEC314DA5899}">
      <dsp:nvSpPr>
        <dsp:cNvPr id="0" name=""/>
        <dsp:cNvSpPr/>
      </dsp:nvSpPr>
      <dsp:spPr>
        <a:xfrm>
          <a:off x="6971789" y="415776"/>
          <a:ext cx="1792779" cy="537833"/>
        </a:xfrm>
        <a:prstGeom prst="chevron">
          <a:avLst>
            <a:gd name="adj" fmla="val 30000"/>
          </a:avLst>
        </a:prstGeom>
        <a:gradFill rotWithShape="0">
          <a:gsLst>
            <a:gs pos="0">
              <a:schemeClr val="accent5">
                <a:hueOff val="-9721720"/>
                <a:satOff val="-661"/>
                <a:lumOff val="1569"/>
                <a:alphaOff val="0"/>
                <a:satMod val="103000"/>
                <a:lumMod val="102000"/>
                <a:tint val="94000"/>
              </a:schemeClr>
            </a:gs>
            <a:gs pos="50000">
              <a:schemeClr val="accent5">
                <a:hueOff val="-9721720"/>
                <a:satOff val="-661"/>
                <a:lumOff val="1569"/>
                <a:alphaOff val="0"/>
                <a:satMod val="110000"/>
                <a:lumMod val="100000"/>
                <a:shade val="100000"/>
              </a:schemeClr>
            </a:gs>
            <a:gs pos="100000">
              <a:schemeClr val="accent5">
                <a:hueOff val="-9721720"/>
                <a:satOff val="-661"/>
                <a:lumOff val="1569"/>
                <a:alphaOff val="0"/>
                <a:lumMod val="99000"/>
                <a:satMod val="120000"/>
                <a:shade val="78000"/>
              </a:schemeClr>
            </a:gs>
          </a:gsLst>
          <a:lin ang="5400000" scaled="0"/>
        </a:gradFill>
        <a:ln w="12700" cap="flat" cmpd="sng" algn="ctr">
          <a:solidFill>
            <a:schemeClr val="accent5">
              <a:hueOff val="-9721720"/>
              <a:satOff val="-661"/>
              <a:lumOff val="156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a:latin typeface="APPLE CHANCERY" panose="03020702040506060504" pitchFamily="66" charset="-79"/>
              <a:cs typeface="APPLE CHANCERY" panose="03020702040506060504" pitchFamily="66" charset="-79"/>
            </a:rPr>
            <a:t>Frequent</a:t>
          </a:r>
        </a:p>
      </dsp:txBody>
      <dsp:txXfrm>
        <a:off x="7133139" y="415776"/>
        <a:ext cx="1470079" cy="537833"/>
      </dsp:txXfrm>
    </dsp:sp>
    <dsp:sp modelId="{AABA6E43-0C3A-5347-83A2-620D0B611DDC}">
      <dsp:nvSpPr>
        <dsp:cNvPr id="0" name=""/>
        <dsp:cNvSpPr/>
      </dsp:nvSpPr>
      <dsp:spPr>
        <a:xfrm>
          <a:off x="6971789" y="953610"/>
          <a:ext cx="1631429" cy="2981951"/>
        </a:xfrm>
        <a:prstGeom prst="rect">
          <a:avLst/>
        </a:prstGeom>
        <a:solidFill>
          <a:schemeClr val="accent5">
            <a:tint val="40000"/>
            <a:alpha val="90000"/>
            <a:hueOff val="-9555732"/>
            <a:satOff val="2134"/>
            <a:lumOff val="321"/>
            <a:alphaOff val="0"/>
          </a:schemeClr>
        </a:solidFill>
        <a:ln w="12700" cap="flat" cmpd="sng" algn="ctr">
          <a:solidFill>
            <a:schemeClr val="accent5">
              <a:tint val="40000"/>
              <a:alpha val="90000"/>
              <a:hueOff val="-9555732"/>
              <a:satOff val="2134"/>
              <a:lumOff val="32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a:latin typeface="APPLE CHANCERY" panose="03020702040506060504" pitchFamily="66" charset="-79"/>
              <a:cs typeface="APPLE CHANCERY" panose="03020702040506060504" pitchFamily="66" charset="-79"/>
            </a:rPr>
            <a:t>Frequent Evaluation of Performance- Weekly analysis to spot trends and take appropriate action, periodically examine campaign data like CTR, ROI, and conversion rate.</a:t>
          </a:r>
        </a:p>
      </dsp:txBody>
      <dsp:txXfrm>
        <a:off x="6971789" y="953610"/>
        <a:ext cx="1631429" cy="2981951"/>
      </dsp:txXfrm>
    </dsp:sp>
    <dsp:sp modelId="{6E658D8A-FFF4-C94E-A13C-0BD32978E3EC}">
      <dsp:nvSpPr>
        <dsp:cNvPr id="0" name=""/>
        <dsp:cNvSpPr/>
      </dsp:nvSpPr>
      <dsp:spPr>
        <a:xfrm>
          <a:off x="8712043" y="415776"/>
          <a:ext cx="1792779" cy="537833"/>
        </a:xfrm>
        <a:prstGeom prst="chevron">
          <a:avLst>
            <a:gd name="adj" fmla="val 3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6408" tIns="66408" rIns="66408" bIns="66408" numCol="1" spcCol="1270" anchor="ctr" anchorCtr="0">
          <a:noAutofit/>
        </a:bodyPr>
        <a:lstStyle/>
        <a:p>
          <a:pPr marL="0" lvl="0" indent="0" algn="ctr" defTabSz="933450">
            <a:lnSpc>
              <a:spcPct val="90000"/>
            </a:lnSpc>
            <a:spcBef>
              <a:spcPct val="0"/>
            </a:spcBef>
            <a:spcAft>
              <a:spcPct val="35000"/>
            </a:spcAft>
            <a:buNone/>
          </a:pPr>
          <a:r>
            <a:rPr lang="en-US" sz="2100" b="1" kern="1200">
              <a:latin typeface="APPLE CHANCERY" panose="03020702040506060504" pitchFamily="66" charset="-79"/>
              <a:cs typeface="APPLE CHANCERY" panose="03020702040506060504" pitchFamily="66" charset="-79"/>
            </a:rPr>
            <a:t>Eliminate</a:t>
          </a:r>
        </a:p>
      </dsp:txBody>
      <dsp:txXfrm>
        <a:off x="8873393" y="415776"/>
        <a:ext cx="1470079" cy="537833"/>
      </dsp:txXfrm>
    </dsp:sp>
    <dsp:sp modelId="{6E1C5329-A772-7449-A2DA-C35C84F9B900}">
      <dsp:nvSpPr>
        <dsp:cNvPr id="0" name=""/>
        <dsp:cNvSpPr/>
      </dsp:nvSpPr>
      <dsp:spPr>
        <a:xfrm>
          <a:off x="8712043" y="953610"/>
          <a:ext cx="1631429" cy="2981951"/>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919" tIns="128919" rIns="128919" bIns="257838" numCol="1" spcCol="1270" anchor="t" anchorCtr="0">
          <a:noAutofit/>
        </a:bodyPr>
        <a:lstStyle/>
        <a:p>
          <a:pPr marL="0" lvl="0" indent="0" algn="l" defTabSz="577850">
            <a:lnSpc>
              <a:spcPct val="90000"/>
            </a:lnSpc>
            <a:spcBef>
              <a:spcPct val="0"/>
            </a:spcBef>
            <a:spcAft>
              <a:spcPct val="35000"/>
            </a:spcAft>
            <a:buNone/>
          </a:pPr>
          <a:r>
            <a:rPr lang="en-US" sz="1300" b="1" kern="1200">
              <a:latin typeface="APPLE CHANCERY" panose="03020702040506060504" pitchFamily="66" charset="-79"/>
              <a:cs typeface="APPLE CHANCERY" panose="03020702040506060504" pitchFamily="66" charset="-79"/>
            </a:rPr>
            <a:t>Eliminate poor performers: Advertisements, keywords, or audiences that continuously perform poorly should be paused or modified.</a:t>
          </a:r>
        </a:p>
      </dsp:txBody>
      <dsp:txXfrm>
        <a:off x="8712043" y="953610"/>
        <a:ext cx="1631429" cy="298195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AC479-C0D9-77AF-710A-CFC1B02734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C19D07-8EA0-F6A3-4807-9BB092A6A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77353A-7179-3AE2-D9E6-BAE6A50569D5}"/>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A51A466A-0F40-C15D-D4D6-67FB462FA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591B9-C26C-855A-E58A-8B4208B035F2}"/>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2956502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099C-757B-8CEC-D51D-62883BE26B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CE2B1E-BD5D-D796-DD95-C2C3DADB95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172CF1-A473-AFF9-2857-3AB94425CA77}"/>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402162EC-5310-1682-B638-9EABB3265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F210D9-2A69-A4E1-3EB8-444E48519B50}"/>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496418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6A740-2B34-0C32-96ED-C5484CDB8C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D493E3-25F7-CF16-E77F-1CAC643B3A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2984E9-31C5-5674-CE9C-B72A7E597357}"/>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DF968189-E4C1-D68D-C160-CCD37E2B08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8E75F-5927-6BCD-F381-BEA80D528EBF}"/>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3473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99353-5B2C-EBB5-50A5-F12A251F3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A99B72-6102-7852-9040-788877389A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94CD3A-AF28-91C3-04B8-1BD40D291F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D97489-6768-9F15-4A25-0C23CFE80E91}"/>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6" name="Footer Placeholder 5">
            <a:extLst>
              <a:ext uri="{FF2B5EF4-FFF2-40B4-BE49-F238E27FC236}">
                <a16:creationId xmlns:a16="http://schemas.microsoft.com/office/drawing/2014/main" id="{DA758B4C-377E-FB75-0735-827154AE51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B1881-8BE7-A0FA-1031-E2DD271E4D76}"/>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1976137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971B-42BD-FBEA-0EDA-C032E6CD42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C2465A-4FA4-9BB5-E8BD-75724A6E1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6ACD38-FABB-27B4-AFD7-02D36D716B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19E4AC-CDA3-86A1-6F93-F3862E29DD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1091C2-511A-7352-1593-85CC5FB9F3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D33A39-A7F4-42AE-1A25-1AACD8A86DAE}"/>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8" name="Footer Placeholder 7">
            <a:extLst>
              <a:ext uri="{FF2B5EF4-FFF2-40B4-BE49-F238E27FC236}">
                <a16:creationId xmlns:a16="http://schemas.microsoft.com/office/drawing/2014/main" id="{8DC7637B-CD24-6DC0-8C2E-3295C04AE6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60B298-3E40-28E7-0B61-87246EC774D0}"/>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157717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42F5-6063-15CE-491B-599E6D31BA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2A5D07-33FC-A692-67C8-53635D658623}"/>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4" name="Footer Placeholder 3">
            <a:extLst>
              <a:ext uri="{FF2B5EF4-FFF2-40B4-BE49-F238E27FC236}">
                <a16:creationId xmlns:a16="http://schemas.microsoft.com/office/drawing/2014/main" id="{2842487D-DE54-D893-DC59-3382665386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BDAECB-5570-D2F1-DF52-136585482414}"/>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3880010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55A78B-8120-D765-CE66-574329102499}"/>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3" name="Footer Placeholder 2">
            <a:extLst>
              <a:ext uri="{FF2B5EF4-FFF2-40B4-BE49-F238E27FC236}">
                <a16:creationId xmlns:a16="http://schemas.microsoft.com/office/drawing/2014/main" id="{C73EFC31-8399-4EAC-8E12-C119E3C62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00539C-EEFB-C961-F5A0-178DC2533274}"/>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2537770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DBFE-5548-4887-B44F-8C1FA0E0CA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E194E2-CC7D-9724-425A-619579BC89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456C6E-9E31-1B64-5E72-FBFA06CB8C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5C46F0-7468-FC59-A8BE-B35C09AE3FDA}"/>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6" name="Footer Placeholder 5">
            <a:extLst>
              <a:ext uri="{FF2B5EF4-FFF2-40B4-BE49-F238E27FC236}">
                <a16:creationId xmlns:a16="http://schemas.microsoft.com/office/drawing/2014/main" id="{E51CC0C3-BA57-E2AB-418C-33DEB60D87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3C678C-D9C8-AAB1-FA9B-48E5C0C9D3F7}"/>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2043338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64A9-461F-714D-3DC5-5C15EE29B8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7A0791-AD5C-B7D8-B217-700B931639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3B25ED-D237-5C53-BC1E-49324E1792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A9066B-B6B1-AB3B-82C8-8BD5E82F0388}"/>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6" name="Footer Placeholder 5">
            <a:extLst>
              <a:ext uri="{FF2B5EF4-FFF2-40B4-BE49-F238E27FC236}">
                <a16:creationId xmlns:a16="http://schemas.microsoft.com/office/drawing/2014/main" id="{8ADF5879-4530-000F-EDA9-D69FCD64D5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BA86C6-EA76-74BD-F4AD-1B04535E0C60}"/>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111114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BDC5-FED5-D1F4-F937-49F7D09D69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6F5423-CFFD-75F5-D4D0-ABCFF470E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0D70C-1DF1-8587-AE8A-DE56E5AD1182}"/>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53213D17-4E8E-8F57-38ED-26C997173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3B96C-A5B2-808E-98C7-9F18B81C96F7}"/>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1879372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A8E97-9F71-22AA-870F-0DBD3A426E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99AEAB-FCBF-8B17-5254-9FBC09F62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E9EF21-0578-D9C4-ED1B-7785EA8E42CB}"/>
              </a:ext>
            </a:extLst>
          </p:cNvPr>
          <p:cNvSpPr>
            <a:spLocks noGrp="1"/>
          </p:cNvSpPr>
          <p:nvPr>
            <p:ph type="dt" sz="half" idx="10"/>
          </p:nvPr>
        </p:nvSpPr>
        <p:spPr/>
        <p:txBody>
          <a:body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2BF81962-F7D7-95D8-7327-5CFAA1CC2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87302-A1FA-B7C3-49BD-CEEA410446B1}"/>
              </a:ext>
            </a:extLst>
          </p:cNvPr>
          <p:cNvSpPr>
            <a:spLocks noGrp="1"/>
          </p:cNvSpPr>
          <p:nvPr>
            <p:ph type="sldNum" sz="quarter" idx="12"/>
          </p:nvPr>
        </p:nvSpPr>
        <p:spPr/>
        <p:txBody>
          <a:bodyPr/>
          <a:lstStyle/>
          <a:p>
            <a:fld id="{E63D58DB-A4BB-4B47-80B4-2A539E31DF15}" type="slidenum">
              <a:rPr lang="en-US" smtClean="0"/>
              <a:t>‹#›</a:t>
            </a:fld>
            <a:endParaRPr lang="en-US"/>
          </a:p>
        </p:txBody>
      </p:sp>
    </p:spTree>
    <p:extLst>
      <p:ext uri="{BB962C8B-B14F-4D97-AF65-F5344CB8AC3E}">
        <p14:creationId xmlns:p14="http://schemas.microsoft.com/office/powerpoint/2010/main" val="324942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41DCD7-6E3F-923C-ED12-9EE4324D20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00F22A-E4C3-090D-C16C-EE041EDC91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AC2D35-8F0A-437A-2D73-23558AE278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87308F-B301-4845-9D3A-A52A2991CE4B}" type="datetimeFigureOut">
              <a:rPr lang="en-US" smtClean="0"/>
              <a:t>1/2/26</a:t>
            </a:fld>
            <a:endParaRPr lang="en-US"/>
          </a:p>
        </p:txBody>
      </p:sp>
      <p:sp>
        <p:nvSpPr>
          <p:cNvPr id="5" name="Footer Placeholder 4">
            <a:extLst>
              <a:ext uri="{FF2B5EF4-FFF2-40B4-BE49-F238E27FC236}">
                <a16:creationId xmlns:a16="http://schemas.microsoft.com/office/drawing/2014/main" id="{5695419A-444D-347C-7BD8-FA6DC38B86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E41D70-BF95-7BA0-06BD-BCAC20EB4A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D58DB-A4BB-4B47-80B4-2A539E31DF15}" type="slidenum">
              <a:rPr lang="en-US" smtClean="0"/>
              <a:t>‹#›</a:t>
            </a:fld>
            <a:endParaRPr lang="en-US"/>
          </a:p>
        </p:txBody>
      </p:sp>
    </p:spTree>
    <p:extLst>
      <p:ext uri="{BB962C8B-B14F-4D97-AF65-F5344CB8AC3E}">
        <p14:creationId xmlns:p14="http://schemas.microsoft.com/office/powerpoint/2010/main" val="443993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4.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7.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35.png"/><Relationship Id="rId7" Type="http://schemas.openxmlformats.org/officeDocument/2006/relationships/diagramColors" Target="../diagrams/colors10.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7.xml"/><Relationship Id="rId4" Type="http://schemas.openxmlformats.org/officeDocument/2006/relationships/image" Target="../media/image47.sv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48.jpeg"/><Relationship Id="rId1" Type="http://schemas.openxmlformats.org/officeDocument/2006/relationships/slideLayout" Target="../slideLayouts/slideLayout7.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slides/_rels/slide3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jpeg"/><Relationship Id="rId5" Type="http://schemas.openxmlformats.org/officeDocument/2006/relationships/image" Target="../media/image57.sv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7.xml"/><Relationship Id="rId4" Type="http://schemas.openxmlformats.org/officeDocument/2006/relationships/image" Target="../media/image62.sv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svg"/><Relationship Id="rId7" Type="http://schemas.openxmlformats.org/officeDocument/2006/relationships/image" Target="../media/image68.png"/><Relationship Id="rId12" Type="http://schemas.openxmlformats.org/officeDocument/2006/relationships/image" Target="../media/image73.sv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7.svg"/><Relationship Id="rId11" Type="http://schemas.openxmlformats.org/officeDocument/2006/relationships/image" Target="../media/image72.png"/><Relationship Id="rId5" Type="http://schemas.openxmlformats.org/officeDocument/2006/relationships/image" Target="../media/image66.svg"/><Relationship Id="rId10" Type="http://schemas.openxmlformats.org/officeDocument/2006/relationships/image" Target="../media/image71.svg"/><Relationship Id="rId4" Type="http://schemas.openxmlformats.org/officeDocument/2006/relationships/image" Target="../media/image65.png"/><Relationship Id="rId9" Type="http://schemas.openxmlformats.org/officeDocument/2006/relationships/image" Target="../media/image7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74.jpeg"/><Relationship Id="rId1" Type="http://schemas.openxmlformats.org/officeDocument/2006/relationships/slideLayout" Target="../slideLayouts/slideLayout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7E734232-46A8-4884-9A59-B7E3BA4BC3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building with a green lawn and trees&#10;&#10;Description automatically generated">
            <a:extLst>
              <a:ext uri="{FF2B5EF4-FFF2-40B4-BE49-F238E27FC236}">
                <a16:creationId xmlns:a16="http://schemas.microsoft.com/office/drawing/2014/main" id="{13411EAF-DDEC-4A55-39DB-37A726BFA1E7}"/>
              </a:ext>
            </a:extLst>
          </p:cNvPr>
          <p:cNvPicPr>
            <a:picLocks noChangeAspect="1"/>
          </p:cNvPicPr>
          <p:nvPr/>
        </p:nvPicPr>
        <p:blipFill>
          <a:blip r:embed="rId2"/>
          <a:srcRect t="17156" r="-1" b="-1"/>
          <a:stretch/>
        </p:blipFill>
        <p:spPr>
          <a:xfrm>
            <a:off x="29450" y="33044"/>
            <a:ext cx="7597984" cy="4419530"/>
          </a:xfrm>
          <a:prstGeom prst="rect">
            <a:avLst/>
          </a:prstGeom>
        </p:spPr>
      </p:pic>
      <p:pic>
        <p:nvPicPr>
          <p:cNvPr id="12" name="Picture 11" descr="A map of a city&#10;&#10;Description automatically generated">
            <a:extLst>
              <a:ext uri="{FF2B5EF4-FFF2-40B4-BE49-F238E27FC236}">
                <a16:creationId xmlns:a16="http://schemas.microsoft.com/office/drawing/2014/main" id="{9FE8DC77-AFB0-F17C-A360-536A55B71360}"/>
              </a:ext>
            </a:extLst>
          </p:cNvPr>
          <p:cNvPicPr>
            <a:picLocks noChangeAspect="1"/>
          </p:cNvPicPr>
          <p:nvPr/>
        </p:nvPicPr>
        <p:blipFill>
          <a:blip r:embed="rId3"/>
          <a:srcRect l="8815"/>
          <a:stretch/>
        </p:blipFill>
        <p:spPr>
          <a:xfrm>
            <a:off x="8115292" y="-8370"/>
            <a:ext cx="4076700" cy="4163206"/>
          </a:xfrm>
          <a:prstGeom prst="rect">
            <a:avLst/>
          </a:prstGeom>
        </p:spPr>
      </p:pic>
      <p:sp>
        <p:nvSpPr>
          <p:cNvPr id="58" name="Rectangle 57">
            <a:extLst>
              <a:ext uri="{FF2B5EF4-FFF2-40B4-BE49-F238E27FC236}">
                <a16:creationId xmlns:a16="http://schemas.microsoft.com/office/drawing/2014/main" id="{D346B8D2-3218-41A5-B817-9ABFB108C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62444"/>
            <a:ext cx="8115290" cy="2394056"/>
          </a:xfrm>
          <a:prstGeom prst="rect">
            <a:avLst/>
          </a:prstGeom>
          <a:gradFill>
            <a:gsLst>
              <a:gs pos="10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88D6B9EF-FF47-487C-8B82-F9F2B9A54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60944"/>
            <a:ext cx="8115285" cy="2397055"/>
          </a:xfrm>
          <a:prstGeom prst="rect">
            <a:avLst/>
          </a:prstGeom>
          <a:gradFill>
            <a:gsLst>
              <a:gs pos="7000">
                <a:srgbClr val="000000">
                  <a:alpha val="49000"/>
                </a:srgbClr>
              </a:gs>
              <a:gs pos="67000">
                <a:schemeClr val="accent1">
                  <a:lumMod val="75000"/>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building with a sign on the side&#10;&#10;Description automatically generated">
            <a:extLst>
              <a:ext uri="{FF2B5EF4-FFF2-40B4-BE49-F238E27FC236}">
                <a16:creationId xmlns:a16="http://schemas.microsoft.com/office/drawing/2014/main" id="{2D54820D-2BF4-21FF-9EEC-454591D458AB}"/>
              </a:ext>
            </a:extLst>
          </p:cNvPr>
          <p:cNvPicPr>
            <a:picLocks noChangeAspect="1"/>
          </p:cNvPicPr>
          <p:nvPr/>
        </p:nvPicPr>
        <p:blipFill>
          <a:blip r:embed="rId4"/>
          <a:srcRect l="5352" r="-1" b="-1"/>
          <a:stretch/>
        </p:blipFill>
        <p:spPr>
          <a:xfrm>
            <a:off x="8115292" y="3948545"/>
            <a:ext cx="4076700" cy="2917825"/>
          </a:xfrm>
          <a:prstGeom prst="rect">
            <a:avLst/>
          </a:prstGeom>
        </p:spPr>
      </p:pic>
      <p:sp>
        <p:nvSpPr>
          <p:cNvPr id="28" name="TextBox 27">
            <a:extLst>
              <a:ext uri="{FF2B5EF4-FFF2-40B4-BE49-F238E27FC236}">
                <a16:creationId xmlns:a16="http://schemas.microsoft.com/office/drawing/2014/main" id="{282E3167-C817-791B-49D7-3D5B15BBE12E}"/>
              </a:ext>
            </a:extLst>
          </p:cNvPr>
          <p:cNvSpPr txBox="1"/>
          <p:nvPr/>
        </p:nvSpPr>
        <p:spPr>
          <a:xfrm>
            <a:off x="1768736" y="4482668"/>
            <a:ext cx="4505092" cy="76944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400" b="1" dirty="0">
                <a:ln/>
                <a:solidFill>
                  <a:schemeClr val="bg1"/>
                </a:solidFill>
              </a:rPr>
              <a:t>Digital Marketing</a:t>
            </a:r>
          </a:p>
        </p:txBody>
      </p:sp>
      <p:sp>
        <p:nvSpPr>
          <p:cNvPr id="30" name="TextBox 29">
            <a:extLst>
              <a:ext uri="{FF2B5EF4-FFF2-40B4-BE49-F238E27FC236}">
                <a16:creationId xmlns:a16="http://schemas.microsoft.com/office/drawing/2014/main" id="{5FFC7D71-582A-32D5-65B4-5C77BB5158D3}"/>
              </a:ext>
            </a:extLst>
          </p:cNvPr>
          <p:cNvSpPr txBox="1"/>
          <p:nvPr/>
        </p:nvSpPr>
        <p:spPr>
          <a:xfrm>
            <a:off x="83010" y="5260480"/>
            <a:ext cx="7064922" cy="523220"/>
          </a:xfrm>
          <a:prstGeom prst="rect">
            <a:avLst/>
          </a:prstGeom>
          <a:noFill/>
        </p:spPr>
        <p:txBody>
          <a:bodyPr wrap="square" rtlCol="0">
            <a:spAutoFit/>
          </a:bodyPr>
          <a:lstStyle/>
          <a:p>
            <a:r>
              <a:rPr lang="en-US" sz="2800" b="1" dirty="0">
                <a:solidFill>
                  <a:schemeClr val="bg1"/>
                </a:solidFill>
              </a:rPr>
              <a:t>Post-Campaign Report</a:t>
            </a:r>
          </a:p>
        </p:txBody>
      </p:sp>
      <p:pic>
        <p:nvPicPr>
          <p:cNvPr id="39" name="Picture 38" descr="A large archway with many different buildings and symbols&#10;&#10;Description automatically generated with medium confidence">
            <a:extLst>
              <a:ext uri="{FF2B5EF4-FFF2-40B4-BE49-F238E27FC236}">
                <a16:creationId xmlns:a16="http://schemas.microsoft.com/office/drawing/2014/main" id="{182805B4-781F-52E2-32C4-BA377AF65F7B}"/>
              </a:ext>
            </a:extLst>
          </p:cNvPr>
          <p:cNvPicPr>
            <a:picLocks noChangeAspect="1"/>
          </p:cNvPicPr>
          <p:nvPr/>
        </p:nvPicPr>
        <p:blipFill>
          <a:blip r:embed="rId5"/>
          <a:stretch>
            <a:fillRect/>
          </a:stretch>
        </p:blipFill>
        <p:spPr>
          <a:xfrm>
            <a:off x="18996" y="27454"/>
            <a:ext cx="4251921" cy="4419530"/>
          </a:xfrm>
          <a:prstGeom prst="rect">
            <a:avLst/>
          </a:prstGeom>
        </p:spPr>
      </p:pic>
    </p:spTree>
    <p:extLst>
      <p:ext uri="{BB962C8B-B14F-4D97-AF65-F5344CB8AC3E}">
        <p14:creationId xmlns:p14="http://schemas.microsoft.com/office/powerpoint/2010/main" val="1204364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45200"/>
        </a:solidFill>
        <a:effectLst/>
      </p:bgPr>
    </p:bg>
    <p:spTree>
      <p:nvGrpSpPr>
        <p:cNvPr id="1" name=""/>
        <p:cNvGrpSpPr/>
        <p:nvPr/>
      </p:nvGrpSpPr>
      <p:grpSpPr>
        <a:xfrm>
          <a:off x="0" y="0"/>
          <a:ext cx="0" cy="0"/>
          <a:chOff x="0" y="0"/>
          <a:chExt cx="0" cy="0"/>
        </a:xfrm>
      </p:grpSpPr>
      <p:sp>
        <p:nvSpPr>
          <p:cNvPr id="2" name="Freeform 2"/>
          <p:cNvSpPr/>
          <p:nvPr/>
        </p:nvSpPr>
        <p:spPr>
          <a:xfrm>
            <a:off x="0" y="0"/>
            <a:ext cx="6207285" cy="6898621"/>
          </a:xfrm>
          <a:custGeom>
            <a:avLst/>
            <a:gdLst/>
            <a:ahLst/>
            <a:cxnLst/>
            <a:rect l="l" t="t" r="r" b="b"/>
            <a:pathLst>
              <a:path w="9310928" h="12904939">
                <a:moveTo>
                  <a:pt x="0" y="0"/>
                </a:moveTo>
                <a:lnTo>
                  <a:pt x="9310928" y="0"/>
                </a:lnTo>
                <a:lnTo>
                  <a:pt x="9310928" y="12904939"/>
                </a:lnTo>
                <a:lnTo>
                  <a:pt x="0" y="12904939"/>
                </a:lnTo>
                <a:lnTo>
                  <a:pt x="0" y="0"/>
                </a:lnTo>
                <a:close/>
              </a:path>
            </a:pathLst>
          </a:custGeom>
          <a:blipFill>
            <a:blip r:embed="rId2"/>
            <a:stretch>
              <a:fillRect t="-2459" r="-2811" b="-2459"/>
            </a:stretch>
          </a:blipFill>
        </p:spPr>
        <p:txBody>
          <a:bodyPr/>
          <a:lstStyle/>
          <a:p>
            <a:endParaRPr lang="en-US" sz="1100" b="1" dirty="0">
              <a:latin typeface="Chakra Petch" pitchFamily="2" charset="-34"/>
              <a:cs typeface="Chakra Petch" pitchFamily="2" charset="-34"/>
            </a:endParaRPr>
          </a:p>
        </p:txBody>
      </p:sp>
      <p:sp>
        <p:nvSpPr>
          <p:cNvPr id="3" name="Freeform 3"/>
          <p:cNvSpPr/>
          <p:nvPr/>
        </p:nvSpPr>
        <p:spPr>
          <a:xfrm>
            <a:off x="6880386" y="4534503"/>
            <a:ext cx="1015365" cy="1015365"/>
          </a:xfrm>
          <a:custGeom>
            <a:avLst/>
            <a:gdLst/>
            <a:ahLst/>
            <a:cxnLst/>
            <a:rect l="l" t="t" r="r" b="b"/>
            <a:pathLst>
              <a:path w="1523048" h="1523048">
                <a:moveTo>
                  <a:pt x="0" y="0"/>
                </a:moveTo>
                <a:lnTo>
                  <a:pt x="1523048" y="0"/>
                </a:lnTo>
                <a:lnTo>
                  <a:pt x="1523048" y="1523047"/>
                </a:lnTo>
                <a:lnTo>
                  <a:pt x="0" y="1523047"/>
                </a:lnTo>
                <a:lnTo>
                  <a:pt x="0" y="0"/>
                </a:lnTo>
                <a:close/>
              </a:path>
            </a:pathLst>
          </a:custGeom>
          <a:blipFill>
            <a:blip r:embed="rId3"/>
            <a:stretch>
              <a:fillRect/>
            </a:stretch>
          </a:blipFill>
        </p:spPr>
        <p:txBody>
          <a:bodyPr/>
          <a:lstStyle/>
          <a:p>
            <a:endParaRPr lang="en-US" sz="1100" b="1">
              <a:latin typeface="Chakra Petch" pitchFamily="2" charset="-34"/>
              <a:cs typeface="Chakra Petch" pitchFamily="2" charset="-34"/>
            </a:endParaRPr>
          </a:p>
        </p:txBody>
      </p:sp>
      <p:sp>
        <p:nvSpPr>
          <p:cNvPr id="4" name="Freeform 4"/>
          <p:cNvSpPr/>
          <p:nvPr/>
        </p:nvSpPr>
        <p:spPr>
          <a:xfrm>
            <a:off x="6945969" y="107299"/>
            <a:ext cx="3325851" cy="1863093"/>
          </a:xfrm>
          <a:custGeom>
            <a:avLst/>
            <a:gdLst/>
            <a:ahLst/>
            <a:cxnLst/>
            <a:rect l="l" t="t" r="r" b="b"/>
            <a:pathLst>
              <a:path w="4988776" h="2794639">
                <a:moveTo>
                  <a:pt x="0" y="0"/>
                </a:moveTo>
                <a:lnTo>
                  <a:pt x="4988776" y="0"/>
                </a:lnTo>
                <a:lnTo>
                  <a:pt x="4988776" y="2794638"/>
                </a:lnTo>
                <a:lnTo>
                  <a:pt x="0" y="2794638"/>
                </a:lnTo>
                <a:lnTo>
                  <a:pt x="0" y="0"/>
                </a:lnTo>
                <a:close/>
              </a:path>
            </a:pathLst>
          </a:custGeom>
          <a:blipFill>
            <a:blip r:embed="rId4"/>
            <a:stretch>
              <a:fillRect/>
            </a:stretch>
          </a:blipFill>
        </p:spPr>
        <p:txBody>
          <a:bodyPr/>
          <a:lstStyle/>
          <a:p>
            <a:endParaRPr lang="en-US" sz="1100" b="1">
              <a:latin typeface="Chakra Petch" pitchFamily="2" charset="-34"/>
              <a:cs typeface="Chakra Petch" pitchFamily="2" charset="-34"/>
            </a:endParaRPr>
          </a:p>
        </p:txBody>
      </p:sp>
      <p:sp>
        <p:nvSpPr>
          <p:cNvPr id="5" name="Freeform 5"/>
          <p:cNvSpPr/>
          <p:nvPr/>
        </p:nvSpPr>
        <p:spPr>
          <a:xfrm>
            <a:off x="8884525" y="2821408"/>
            <a:ext cx="1185456" cy="1480345"/>
          </a:xfrm>
          <a:custGeom>
            <a:avLst/>
            <a:gdLst/>
            <a:ahLst/>
            <a:cxnLst/>
            <a:rect l="l" t="t" r="r" b="b"/>
            <a:pathLst>
              <a:path w="1778184" h="2220518">
                <a:moveTo>
                  <a:pt x="0" y="0"/>
                </a:moveTo>
                <a:lnTo>
                  <a:pt x="1778184" y="0"/>
                </a:lnTo>
                <a:lnTo>
                  <a:pt x="1778184" y="2220518"/>
                </a:lnTo>
                <a:lnTo>
                  <a:pt x="0" y="2220518"/>
                </a:lnTo>
                <a:lnTo>
                  <a:pt x="0" y="0"/>
                </a:lnTo>
                <a:close/>
              </a:path>
            </a:pathLst>
          </a:custGeom>
          <a:blipFill>
            <a:blip r:embed="rId5"/>
            <a:stretch>
              <a:fillRect/>
            </a:stretch>
          </a:blipFill>
        </p:spPr>
        <p:txBody>
          <a:bodyPr/>
          <a:lstStyle/>
          <a:p>
            <a:endParaRPr lang="en-US" sz="1100" b="1">
              <a:latin typeface="Chakra Petch" pitchFamily="2" charset="-34"/>
              <a:cs typeface="Chakra Petch" pitchFamily="2" charset="-34"/>
            </a:endParaRPr>
          </a:p>
        </p:txBody>
      </p:sp>
      <p:sp>
        <p:nvSpPr>
          <p:cNvPr id="6" name="Freeform 6"/>
          <p:cNvSpPr/>
          <p:nvPr/>
        </p:nvSpPr>
        <p:spPr>
          <a:xfrm>
            <a:off x="6945970" y="2478931"/>
            <a:ext cx="1265049" cy="876164"/>
          </a:xfrm>
          <a:custGeom>
            <a:avLst/>
            <a:gdLst/>
            <a:ahLst/>
            <a:cxnLst/>
            <a:rect l="l" t="t" r="r" b="b"/>
            <a:pathLst>
              <a:path w="1897574" h="1314246">
                <a:moveTo>
                  <a:pt x="0" y="0"/>
                </a:moveTo>
                <a:lnTo>
                  <a:pt x="1897574" y="0"/>
                </a:lnTo>
                <a:lnTo>
                  <a:pt x="1897574" y="1314246"/>
                </a:lnTo>
                <a:lnTo>
                  <a:pt x="0" y="1314246"/>
                </a:lnTo>
                <a:lnTo>
                  <a:pt x="0" y="0"/>
                </a:lnTo>
                <a:close/>
              </a:path>
            </a:pathLst>
          </a:custGeom>
          <a:blipFill>
            <a:blip r:embed="rId6"/>
            <a:stretch>
              <a:fillRect/>
            </a:stretch>
          </a:blipFill>
        </p:spPr>
        <p:txBody>
          <a:bodyPr/>
          <a:lstStyle/>
          <a:p>
            <a:endParaRPr lang="en-US" sz="1100" b="1">
              <a:latin typeface="Chakra Petch" pitchFamily="2" charset="-34"/>
              <a:cs typeface="Chakra Petch" pitchFamily="2" charset="-34"/>
            </a:endParaRPr>
          </a:p>
        </p:txBody>
      </p:sp>
      <p:sp>
        <p:nvSpPr>
          <p:cNvPr id="7" name="Freeform 7"/>
          <p:cNvSpPr/>
          <p:nvPr/>
        </p:nvSpPr>
        <p:spPr>
          <a:xfrm>
            <a:off x="8787171" y="5152653"/>
            <a:ext cx="1282809" cy="1282809"/>
          </a:xfrm>
          <a:custGeom>
            <a:avLst/>
            <a:gdLst/>
            <a:ahLst/>
            <a:cxnLst/>
            <a:rect l="l" t="t" r="r" b="b"/>
            <a:pathLst>
              <a:path w="1924214" h="1924214">
                <a:moveTo>
                  <a:pt x="0" y="0"/>
                </a:moveTo>
                <a:lnTo>
                  <a:pt x="1924215" y="0"/>
                </a:lnTo>
                <a:lnTo>
                  <a:pt x="1924215" y="1924214"/>
                </a:lnTo>
                <a:lnTo>
                  <a:pt x="0" y="1924214"/>
                </a:lnTo>
                <a:lnTo>
                  <a:pt x="0" y="0"/>
                </a:lnTo>
                <a:close/>
              </a:path>
            </a:pathLst>
          </a:custGeom>
          <a:blipFill>
            <a:blip r:embed="rId7"/>
            <a:stretch>
              <a:fillRect/>
            </a:stretch>
          </a:blipFill>
        </p:spPr>
        <p:txBody>
          <a:bodyPr/>
          <a:lstStyle/>
          <a:p>
            <a:endParaRPr lang="en-US" sz="1100" b="1">
              <a:latin typeface="Chakra Petch" pitchFamily="2" charset="-34"/>
              <a:cs typeface="Chakra Petch" pitchFamily="2" charset="-34"/>
            </a:endParaRPr>
          </a:p>
        </p:txBody>
      </p:sp>
      <p:sp>
        <p:nvSpPr>
          <p:cNvPr id="8" name="TextBox 8"/>
          <p:cNvSpPr txBox="1"/>
          <p:nvPr/>
        </p:nvSpPr>
        <p:spPr>
          <a:xfrm>
            <a:off x="1065289" y="2236293"/>
            <a:ext cx="1635682"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Campaign Overview</a:t>
            </a:r>
          </a:p>
        </p:txBody>
      </p:sp>
      <p:sp>
        <p:nvSpPr>
          <p:cNvPr id="9" name="TextBox 9"/>
          <p:cNvSpPr txBox="1"/>
          <p:nvPr/>
        </p:nvSpPr>
        <p:spPr>
          <a:xfrm>
            <a:off x="1059852" y="2690896"/>
            <a:ext cx="961392"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Key Result</a:t>
            </a:r>
          </a:p>
        </p:txBody>
      </p:sp>
      <p:sp>
        <p:nvSpPr>
          <p:cNvPr id="10" name="TextBox 10"/>
          <p:cNvSpPr txBox="1"/>
          <p:nvPr/>
        </p:nvSpPr>
        <p:spPr>
          <a:xfrm>
            <a:off x="986497" y="3221053"/>
            <a:ext cx="4553413" cy="299762"/>
          </a:xfrm>
          <a:prstGeom prst="rect">
            <a:avLst/>
          </a:prstGeom>
        </p:spPr>
        <p:txBody>
          <a:bodyPr lIns="0" tIns="0" rIns="0" bIns="0" rtlCol="0" anchor="t">
            <a:spAutoFit/>
          </a:bodyPr>
          <a:lstStyle/>
          <a:p>
            <a:pPr>
              <a:lnSpc>
                <a:spcPts val="2707"/>
              </a:lnSpc>
              <a:spcBef>
                <a:spcPct val="0"/>
              </a:spcBef>
            </a:pPr>
            <a:r>
              <a:rPr lang="en-US" sz="1100" b="1" dirty="0">
                <a:solidFill>
                  <a:srgbClr val="000000"/>
                </a:solidFill>
                <a:latin typeface="Chakra Petch" pitchFamily="2" charset="-34"/>
                <a:ea typeface="Canva Sans"/>
                <a:cs typeface="Chakra Petch" pitchFamily="2" charset="-34"/>
                <a:sym typeface="Canva Sans"/>
              </a:rPr>
              <a:t>     Conclusion</a:t>
            </a:r>
          </a:p>
        </p:txBody>
      </p:sp>
      <p:sp>
        <p:nvSpPr>
          <p:cNvPr id="11" name="TextBox 11"/>
          <p:cNvSpPr txBox="1"/>
          <p:nvPr/>
        </p:nvSpPr>
        <p:spPr>
          <a:xfrm>
            <a:off x="573118" y="4139932"/>
            <a:ext cx="2640637"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Evolution of Campaign</a:t>
            </a:r>
          </a:p>
        </p:txBody>
      </p:sp>
      <p:sp>
        <p:nvSpPr>
          <p:cNvPr id="12" name="TextBox 12"/>
          <p:cNvSpPr txBox="1"/>
          <p:nvPr/>
        </p:nvSpPr>
        <p:spPr>
          <a:xfrm>
            <a:off x="791111" y="5108831"/>
            <a:ext cx="2361966"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Justify The Investment</a:t>
            </a:r>
          </a:p>
        </p:txBody>
      </p:sp>
      <p:sp>
        <p:nvSpPr>
          <p:cNvPr id="13" name="TextBox 13"/>
          <p:cNvSpPr txBox="1"/>
          <p:nvPr/>
        </p:nvSpPr>
        <p:spPr>
          <a:xfrm>
            <a:off x="582848" y="5589301"/>
            <a:ext cx="2361966"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Learning Objective</a:t>
            </a:r>
          </a:p>
        </p:txBody>
      </p:sp>
      <p:sp>
        <p:nvSpPr>
          <p:cNvPr id="14" name="TextBox 14"/>
          <p:cNvSpPr txBox="1"/>
          <p:nvPr/>
        </p:nvSpPr>
        <p:spPr>
          <a:xfrm>
            <a:off x="986497" y="6035016"/>
            <a:ext cx="1330479" cy="347852"/>
          </a:xfrm>
          <a:prstGeom prst="rect">
            <a:avLst/>
          </a:prstGeom>
        </p:spPr>
        <p:txBody>
          <a:bodyPr wrap="square" lIns="0" tIns="0" rIns="0" bIns="0" rtlCol="0" anchor="t">
            <a:spAutoFit/>
          </a:bodyPr>
          <a:lstStyle/>
          <a:p>
            <a:pPr algn="ctr">
              <a:lnSpc>
                <a:spcPts val="3173"/>
              </a:lnSpc>
              <a:spcBef>
                <a:spcPct val="0"/>
              </a:spcBef>
            </a:pPr>
            <a:r>
              <a:rPr lang="en-US" sz="1100" b="1" dirty="0">
                <a:solidFill>
                  <a:srgbClr val="000000"/>
                </a:solidFill>
                <a:latin typeface="Chakra Petch" pitchFamily="2" charset="-34"/>
                <a:ea typeface="Canva Sans"/>
                <a:cs typeface="Chakra Petch" pitchFamily="2" charset="-34"/>
                <a:sym typeface="Canva Sans"/>
              </a:rPr>
              <a:t>Going Forward</a:t>
            </a:r>
          </a:p>
        </p:txBody>
      </p:sp>
      <p:sp>
        <p:nvSpPr>
          <p:cNvPr id="15" name="TextBox 14">
            <a:extLst>
              <a:ext uri="{FF2B5EF4-FFF2-40B4-BE49-F238E27FC236}">
                <a16:creationId xmlns:a16="http://schemas.microsoft.com/office/drawing/2014/main" id="{265A89A8-3561-F23C-E097-CBA152B1D7D3}"/>
              </a:ext>
            </a:extLst>
          </p:cNvPr>
          <p:cNvSpPr txBox="1"/>
          <p:nvPr/>
        </p:nvSpPr>
        <p:spPr>
          <a:xfrm>
            <a:off x="1125045" y="6637011"/>
            <a:ext cx="1516170" cy="261610"/>
          </a:xfrm>
          <a:prstGeom prst="rect">
            <a:avLst/>
          </a:prstGeom>
          <a:noFill/>
        </p:spPr>
        <p:txBody>
          <a:bodyPr wrap="square" rtlCol="0">
            <a:spAutoFit/>
          </a:bodyPr>
          <a:lstStyle/>
          <a:p>
            <a:r>
              <a:rPr lang="en-US" sz="1100" b="1" dirty="0">
                <a:latin typeface="Chakra Petch" pitchFamily="2" charset="-34"/>
                <a:cs typeface="Chakra Petch" pitchFamily="2" charset="-34"/>
              </a:rPr>
              <a:t>Thank You</a:t>
            </a:r>
          </a:p>
        </p:txBody>
      </p:sp>
      <p:sp>
        <p:nvSpPr>
          <p:cNvPr id="16" name="TextBox 15">
            <a:extLst>
              <a:ext uri="{FF2B5EF4-FFF2-40B4-BE49-F238E27FC236}">
                <a16:creationId xmlns:a16="http://schemas.microsoft.com/office/drawing/2014/main" id="{9BF0185A-4704-AA2A-A5E7-9B31DA5CBCF9}"/>
              </a:ext>
            </a:extLst>
          </p:cNvPr>
          <p:cNvSpPr txBox="1"/>
          <p:nvPr/>
        </p:nvSpPr>
        <p:spPr>
          <a:xfrm>
            <a:off x="1059852" y="3797081"/>
            <a:ext cx="3149365" cy="261610"/>
          </a:xfrm>
          <a:prstGeom prst="rect">
            <a:avLst/>
          </a:prstGeom>
          <a:noFill/>
        </p:spPr>
        <p:txBody>
          <a:bodyPr wrap="square" rtlCol="0">
            <a:spAutoFit/>
          </a:bodyPr>
          <a:lstStyle/>
          <a:p>
            <a:r>
              <a:rPr lang="en-US" sz="1100" b="1" dirty="0">
                <a:latin typeface="Chakra Petch" pitchFamily="2" charset="-34"/>
                <a:cs typeface="Chakra Petch" pitchFamily="2" charset="-34"/>
              </a:rPr>
              <a:t>Future Recommendation</a:t>
            </a:r>
          </a:p>
        </p:txBody>
      </p:sp>
      <p:sp>
        <p:nvSpPr>
          <p:cNvPr id="17" name="TextBox 16">
            <a:extLst>
              <a:ext uri="{FF2B5EF4-FFF2-40B4-BE49-F238E27FC236}">
                <a16:creationId xmlns:a16="http://schemas.microsoft.com/office/drawing/2014/main" id="{1407C10D-001F-D98F-E40B-157CBC9EC49D}"/>
              </a:ext>
            </a:extLst>
          </p:cNvPr>
          <p:cNvSpPr txBox="1"/>
          <p:nvPr/>
        </p:nvSpPr>
        <p:spPr>
          <a:xfrm>
            <a:off x="1125046" y="4765980"/>
            <a:ext cx="3084172" cy="261610"/>
          </a:xfrm>
          <a:prstGeom prst="rect">
            <a:avLst/>
          </a:prstGeom>
          <a:noFill/>
        </p:spPr>
        <p:txBody>
          <a:bodyPr wrap="square" rtlCol="0">
            <a:spAutoFit/>
          </a:bodyPr>
          <a:lstStyle/>
          <a:p>
            <a:r>
              <a:rPr lang="en-US" sz="1100" b="1" dirty="0">
                <a:latin typeface="Chakra Petch" pitchFamily="2" charset="-34"/>
                <a:cs typeface="Chakra Petch" pitchFamily="2" charset="-34"/>
              </a:rPr>
              <a:t>Initial Approach/ What changed and Why</a:t>
            </a:r>
          </a:p>
        </p:txBody>
      </p:sp>
    </p:spTree>
    <p:extLst>
      <p:ext uri="{BB962C8B-B14F-4D97-AF65-F5344CB8AC3E}">
        <p14:creationId xmlns:p14="http://schemas.microsoft.com/office/powerpoint/2010/main" val="1032629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74" y="0"/>
            <a:ext cx="12192000" cy="699266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sz="1200"/>
          </a:p>
        </p:txBody>
      </p:sp>
      <p:sp>
        <p:nvSpPr>
          <p:cNvPr id="3" name="Freeform 3"/>
          <p:cNvSpPr/>
          <p:nvPr/>
        </p:nvSpPr>
        <p:spPr>
          <a:xfrm>
            <a:off x="5701776" y="1105461"/>
            <a:ext cx="5586194" cy="1015672"/>
          </a:xfrm>
          <a:custGeom>
            <a:avLst/>
            <a:gdLst/>
            <a:ahLst/>
            <a:cxnLst/>
            <a:rect l="l" t="t" r="r" b="b"/>
            <a:pathLst>
              <a:path w="8379291" h="1523508">
                <a:moveTo>
                  <a:pt x="0" y="0"/>
                </a:moveTo>
                <a:lnTo>
                  <a:pt x="8379292" y="0"/>
                </a:lnTo>
                <a:lnTo>
                  <a:pt x="8379292" y="1523508"/>
                </a:lnTo>
                <a:lnTo>
                  <a:pt x="0" y="1523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4" name="TextBox 4"/>
          <p:cNvSpPr txBox="1"/>
          <p:nvPr/>
        </p:nvSpPr>
        <p:spPr>
          <a:xfrm>
            <a:off x="5635547" y="368300"/>
            <a:ext cx="5573287" cy="686791"/>
          </a:xfrm>
          <a:prstGeom prst="rect">
            <a:avLst/>
          </a:prstGeom>
        </p:spPr>
        <p:txBody>
          <a:bodyPr lIns="0" tIns="0" rIns="0" bIns="0" rtlCol="0" anchor="t">
            <a:spAutoFit/>
          </a:bodyPr>
          <a:lstStyle/>
          <a:p>
            <a:pPr algn="ctr">
              <a:lnSpc>
                <a:spcPts val="5730"/>
              </a:lnSpc>
            </a:pPr>
            <a:r>
              <a:rPr lang="en-US" sz="4093">
                <a:solidFill>
                  <a:srgbClr val="000000"/>
                </a:solidFill>
                <a:latin typeface="Archivo Black"/>
                <a:ea typeface="Archivo Black"/>
                <a:cs typeface="Archivo Black"/>
                <a:sym typeface="Archivo Black"/>
              </a:rPr>
              <a:t>Campaign overview</a:t>
            </a:r>
          </a:p>
        </p:txBody>
      </p:sp>
      <p:sp>
        <p:nvSpPr>
          <p:cNvPr id="5" name="Freeform 5"/>
          <p:cNvSpPr/>
          <p:nvPr/>
        </p:nvSpPr>
        <p:spPr>
          <a:xfrm>
            <a:off x="5701776" y="2085695"/>
            <a:ext cx="5586194" cy="1015672"/>
          </a:xfrm>
          <a:custGeom>
            <a:avLst/>
            <a:gdLst/>
            <a:ahLst/>
            <a:cxnLst/>
            <a:rect l="l" t="t" r="r" b="b"/>
            <a:pathLst>
              <a:path w="8379291" h="1523508">
                <a:moveTo>
                  <a:pt x="0" y="0"/>
                </a:moveTo>
                <a:lnTo>
                  <a:pt x="8379292" y="0"/>
                </a:lnTo>
                <a:lnTo>
                  <a:pt x="8379292" y="1523507"/>
                </a:lnTo>
                <a:lnTo>
                  <a:pt x="0" y="15235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6" name="Freeform 6"/>
          <p:cNvSpPr/>
          <p:nvPr/>
        </p:nvSpPr>
        <p:spPr>
          <a:xfrm>
            <a:off x="5679420" y="3065929"/>
            <a:ext cx="5586194" cy="1015672"/>
          </a:xfrm>
          <a:custGeom>
            <a:avLst/>
            <a:gdLst/>
            <a:ahLst/>
            <a:cxnLst/>
            <a:rect l="l" t="t" r="r" b="b"/>
            <a:pathLst>
              <a:path w="8379291" h="1523508">
                <a:moveTo>
                  <a:pt x="0" y="0"/>
                </a:moveTo>
                <a:lnTo>
                  <a:pt x="8379292" y="0"/>
                </a:lnTo>
                <a:lnTo>
                  <a:pt x="8379292" y="1523508"/>
                </a:lnTo>
                <a:lnTo>
                  <a:pt x="0" y="1523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7" name="Freeform 7"/>
          <p:cNvSpPr/>
          <p:nvPr/>
        </p:nvSpPr>
        <p:spPr>
          <a:xfrm>
            <a:off x="5676376" y="4034097"/>
            <a:ext cx="5586194" cy="944652"/>
          </a:xfrm>
          <a:custGeom>
            <a:avLst/>
            <a:gdLst/>
            <a:ahLst/>
            <a:cxnLst/>
            <a:rect l="l" t="t" r="r" b="b"/>
            <a:pathLst>
              <a:path w="8379291" h="1523508">
                <a:moveTo>
                  <a:pt x="0" y="0"/>
                </a:moveTo>
                <a:lnTo>
                  <a:pt x="8379292" y="0"/>
                </a:lnTo>
                <a:lnTo>
                  <a:pt x="8379292" y="1523507"/>
                </a:lnTo>
                <a:lnTo>
                  <a:pt x="0" y="15235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dirty="0"/>
          </a:p>
        </p:txBody>
      </p:sp>
      <p:sp>
        <p:nvSpPr>
          <p:cNvPr id="8" name="Freeform 8"/>
          <p:cNvSpPr/>
          <p:nvPr/>
        </p:nvSpPr>
        <p:spPr>
          <a:xfrm>
            <a:off x="5673332" y="4946286"/>
            <a:ext cx="5586194" cy="1015672"/>
          </a:xfrm>
          <a:custGeom>
            <a:avLst/>
            <a:gdLst/>
            <a:ahLst/>
            <a:cxnLst/>
            <a:rect l="l" t="t" r="r" b="b"/>
            <a:pathLst>
              <a:path w="8379291" h="1523508">
                <a:moveTo>
                  <a:pt x="0" y="0"/>
                </a:moveTo>
                <a:lnTo>
                  <a:pt x="8379292" y="0"/>
                </a:lnTo>
                <a:lnTo>
                  <a:pt x="8379292" y="1523508"/>
                </a:lnTo>
                <a:lnTo>
                  <a:pt x="0" y="1523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9" name="TextBox 9"/>
          <p:cNvSpPr txBox="1"/>
          <p:nvPr/>
        </p:nvSpPr>
        <p:spPr>
          <a:xfrm>
            <a:off x="6092826" y="3213311"/>
            <a:ext cx="6350" cy="350352"/>
          </a:xfrm>
          <a:prstGeom prst="rect">
            <a:avLst/>
          </a:prstGeom>
        </p:spPr>
        <p:txBody>
          <a:bodyPr lIns="0" tIns="0" rIns="0" bIns="0" rtlCol="0" anchor="t">
            <a:spAutoFit/>
          </a:bodyPr>
          <a:lstStyle/>
          <a:p>
            <a:pPr algn="ctr">
              <a:lnSpc>
                <a:spcPts val="3173"/>
              </a:lnSpc>
            </a:pPr>
            <a:endParaRPr sz="1200"/>
          </a:p>
        </p:txBody>
      </p:sp>
      <p:sp>
        <p:nvSpPr>
          <p:cNvPr id="10" name="TextBox 10"/>
          <p:cNvSpPr txBox="1"/>
          <p:nvPr/>
        </p:nvSpPr>
        <p:spPr>
          <a:xfrm>
            <a:off x="6565039" y="2303195"/>
            <a:ext cx="4239987" cy="538609"/>
          </a:xfrm>
          <a:prstGeom prst="rect">
            <a:avLst/>
          </a:prstGeom>
        </p:spPr>
        <p:txBody>
          <a:bodyPr wrap="square" lIns="0" tIns="0" rIns="0" bIns="0" rtlCol="0" anchor="t">
            <a:spAutoFit/>
          </a:bodyPr>
          <a:lstStyle/>
          <a:p>
            <a:pPr algn="ctr">
              <a:lnSpc>
                <a:spcPts val="2128"/>
              </a:lnSpc>
            </a:pPr>
            <a:r>
              <a:rPr lang="en-US" dirty="0">
                <a:solidFill>
                  <a:srgbClr val="FFFFFF"/>
                </a:solidFill>
                <a:ea typeface="Canva Sans Bold"/>
                <a:cs typeface="Canva Sans Bold"/>
                <a:sym typeface="Canva Sans Bold"/>
              </a:rPr>
              <a:t>The campaign lasted for 8 weeks and the </a:t>
            </a:r>
          </a:p>
          <a:p>
            <a:pPr algn="ctr">
              <a:lnSpc>
                <a:spcPts val="2128"/>
              </a:lnSpc>
            </a:pPr>
            <a:r>
              <a:rPr lang="en-US" dirty="0">
                <a:solidFill>
                  <a:srgbClr val="FFFFFF"/>
                </a:solidFill>
                <a:ea typeface="Canva Sans Bold"/>
                <a:cs typeface="Canva Sans Bold"/>
                <a:sym typeface="Canva Sans Bold"/>
              </a:rPr>
              <a:t>total budget was $1500</a:t>
            </a:r>
          </a:p>
        </p:txBody>
      </p:sp>
      <p:sp>
        <p:nvSpPr>
          <p:cNvPr id="11" name="TextBox 11"/>
          <p:cNvSpPr txBox="1"/>
          <p:nvPr/>
        </p:nvSpPr>
        <p:spPr>
          <a:xfrm>
            <a:off x="5821538" y="1262534"/>
            <a:ext cx="5331998" cy="797398"/>
          </a:xfrm>
          <a:prstGeom prst="rect">
            <a:avLst/>
          </a:prstGeom>
        </p:spPr>
        <p:txBody>
          <a:bodyPr lIns="0" tIns="0" rIns="0" bIns="0" rtlCol="0" anchor="t">
            <a:spAutoFit/>
          </a:bodyPr>
          <a:lstStyle/>
          <a:p>
            <a:pPr algn="ctr">
              <a:lnSpc>
                <a:spcPts val="2128"/>
              </a:lnSpc>
            </a:pPr>
            <a:r>
              <a:rPr lang="en-US" sz="1600" dirty="0">
                <a:solidFill>
                  <a:srgbClr val="FFFFFF"/>
                </a:solidFill>
                <a:ea typeface="Canva Sans Bold"/>
                <a:cs typeface="Canva Sans Bold"/>
                <a:sym typeface="Canva Sans Bold"/>
              </a:rPr>
              <a:t>The campaign's objective was to raise awareness of </a:t>
            </a:r>
          </a:p>
          <a:p>
            <a:pPr algn="ctr">
              <a:lnSpc>
                <a:spcPts val="2128"/>
              </a:lnSpc>
            </a:pPr>
            <a:r>
              <a:rPr lang="en-US" sz="1600" dirty="0">
                <a:solidFill>
                  <a:srgbClr val="FFFFFF"/>
                </a:solidFill>
                <a:ea typeface="Canva Sans Bold"/>
                <a:cs typeface="Canva Sans Bold"/>
                <a:sym typeface="Canva Sans Bold"/>
              </a:rPr>
              <a:t>Wright State University's Masters in Marketing Analytics </a:t>
            </a:r>
          </a:p>
          <a:p>
            <a:pPr algn="ctr">
              <a:lnSpc>
                <a:spcPts val="2128"/>
              </a:lnSpc>
            </a:pPr>
            <a:r>
              <a:rPr lang="en-US" sz="1600" dirty="0">
                <a:solidFill>
                  <a:srgbClr val="FFFFFF"/>
                </a:solidFill>
                <a:ea typeface="Canva Sans Bold"/>
                <a:cs typeface="Canva Sans Bold"/>
                <a:sym typeface="Canva Sans Bold"/>
              </a:rPr>
              <a:t>program in  Delhi, India. </a:t>
            </a:r>
          </a:p>
        </p:txBody>
      </p:sp>
      <p:sp>
        <p:nvSpPr>
          <p:cNvPr id="12" name="TextBox 12"/>
          <p:cNvSpPr txBox="1"/>
          <p:nvPr/>
        </p:nvSpPr>
        <p:spPr>
          <a:xfrm>
            <a:off x="5701776" y="3155866"/>
            <a:ext cx="5469698" cy="839782"/>
          </a:xfrm>
          <a:prstGeom prst="rect">
            <a:avLst/>
          </a:prstGeom>
        </p:spPr>
        <p:txBody>
          <a:bodyPr lIns="0" tIns="0" rIns="0" bIns="0" rtlCol="0" anchor="t">
            <a:spAutoFit/>
          </a:bodyPr>
          <a:lstStyle/>
          <a:p>
            <a:pPr algn="ctr">
              <a:lnSpc>
                <a:spcPts val="2179"/>
              </a:lnSpc>
            </a:pPr>
            <a:r>
              <a:rPr lang="en-US" dirty="0">
                <a:solidFill>
                  <a:srgbClr val="FFFFFF"/>
                </a:solidFill>
                <a:ea typeface="Canva Sans Bold"/>
                <a:cs typeface="Canva Sans Bold"/>
                <a:sym typeface="Canva Sans Bold"/>
              </a:rPr>
              <a:t>Used Google AdWords (Search, Display, and Video).</a:t>
            </a:r>
          </a:p>
          <a:p>
            <a:pPr algn="ctr">
              <a:lnSpc>
                <a:spcPts val="2179"/>
              </a:lnSpc>
            </a:pPr>
            <a:r>
              <a:rPr lang="en-US" dirty="0">
                <a:solidFill>
                  <a:srgbClr val="FFFFFF"/>
                </a:solidFill>
                <a:ea typeface="Canva Sans Bold"/>
                <a:cs typeface="Canva Sans Bold"/>
                <a:sym typeface="Canva Sans Bold"/>
              </a:rPr>
              <a:t> Posted videos and posts on Facebook and Instagram. </a:t>
            </a:r>
          </a:p>
          <a:p>
            <a:pPr algn="ctr">
              <a:lnSpc>
                <a:spcPts val="2179"/>
              </a:lnSpc>
            </a:pPr>
            <a:r>
              <a:rPr lang="en-US" dirty="0">
                <a:solidFill>
                  <a:srgbClr val="FFFFFF"/>
                </a:solidFill>
                <a:ea typeface="Canva Sans Bold"/>
                <a:cs typeface="Canva Sans Bold"/>
                <a:sym typeface="Canva Sans Bold"/>
              </a:rPr>
              <a:t>Used Instagram for influencer marketing. </a:t>
            </a:r>
          </a:p>
        </p:txBody>
      </p:sp>
      <p:sp>
        <p:nvSpPr>
          <p:cNvPr id="13" name="TextBox 13"/>
          <p:cNvSpPr txBox="1"/>
          <p:nvPr/>
        </p:nvSpPr>
        <p:spPr>
          <a:xfrm>
            <a:off x="6565040" y="4417079"/>
            <a:ext cx="3527899" cy="311688"/>
          </a:xfrm>
          <a:prstGeom prst="rect">
            <a:avLst/>
          </a:prstGeom>
        </p:spPr>
        <p:txBody>
          <a:bodyPr lIns="0" tIns="0" rIns="0" bIns="0" rtlCol="0" anchor="t">
            <a:spAutoFit/>
          </a:bodyPr>
          <a:lstStyle/>
          <a:p>
            <a:pPr algn="ctr">
              <a:lnSpc>
                <a:spcPts val="2550"/>
              </a:lnSpc>
            </a:pPr>
            <a:r>
              <a:rPr lang="en-US" dirty="0">
                <a:solidFill>
                  <a:srgbClr val="FFFFFF"/>
                </a:solidFill>
                <a:ea typeface="Canva Sans Bold"/>
                <a:cs typeface="Canva Sans Bold"/>
                <a:sym typeface="Canva Sans Bold"/>
              </a:rPr>
              <a:t>Our total expenditure was $921</a:t>
            </a:r>
          </a:p>
        </p:txBody>
      </p:sp>
      <p:sp>
        <p:nvSpPr>
          <p:cNvPr id="14" name="TextBox 14"/>
          <p:cNvSpPr txBox="1"/>
          <p:nvPr/>
        </p:nvSpPr>
        <p:spPr>
          <a:xfrm>
            <a:off x="5894788" y="5058702"/>
            <a:ext cx="5083673" cy="807913"/>
          </a:xfrm>
          <a:prstGeom prst="rect">
            <a:avLst/>
          </a:prstGeom>
        </p:spPr>
        <p:txBody>
          <a:bodyPr lIns="0" tIns="0" rIns="0" bIns="0" rtlCol="0" anchor="t">
            <a:spAutoFit/>
          </a:bodyPr>
          <a:lstStyle/>
          <a:p>
            <a:pPr algn="ctr">
              <a:lnSpc>
                <a:spcPts val="2128"/>
              </a:lnSpc>
            </a:pPr>
            <a:r>
              <a:rPr lang="en-US" dirty="0">
                <a:solidFill>
                  <a:srgbClr val="FFFFFF"/>
                </a:solidFill>
                <a:ea typeface="Canva Sans Bold"/>
                <a:cs typeface="Canva Sans Bold"/>
                <a:sym typeface="Canva Sans Bold"/>
              </a:rPr>
              <a:t>Facebook and Instagram generated most impressions.</a:t>
            </a:r>
          </a:p>
          <a:p>
            <a:pPr algn="ctr">
              <a:lnSpc>
                <a:spcPts val="2128"/>
              </a:lnSpc>
            </a:pPr>
            <a:r>
              <a:rPr lang="en-US" dirty="0">
                <a:solidFill>
                  <a:srgbClr val="FFFFFF"/>
                </a:solidFill>
                <a:ea typeface="Canva Sans Bold"/>
                <a:cs typeface="Canva Sans Bold"/>
                <a:sym typeface="Canva Sans Bold"/>
              </a:rPr>
              <a:t> YouTube  also gave us tremendous views.</a:t>
            </a:r>
          </a:p>
        </p:txBody>
      </p:sp>
      <p:sp>
        <p:nvSpPr>
          <p:cNvPr id="15" name="Freeform 8">
            <a:extLst>
              <a:ext uri="{FF2B5EF4-FFF2-40B4-BE49-F238E27FC236}">
                <a16:creationId xmlns:a16="http://schemas.microsoft.com/office/drawing/2014/main" id="{2677CF19-9F05-428B-BA7E-024B3874CCA2}"/>
              </a:ext>
            </a:extLst>
          </p:cNvPr>
          <p:cNvSpPr/>
          <p:nvPr/>
        </p:nvSpPr>
        <p:spPr>
          <a:xfrm>
            <a:off x="5643528" y="5923387"/>
            <a:ext cx="5586194" cy="1015672"/>
          </a:xfrm>
          <a:custGeom>
            <a:avLst/>
            <a:gdLst/>
            <a:ahLst/>
            <a:cxnLst/>
            <a:rect l="l" t="t" r="r" b="b"/>
            <a:pathLst>
              <a:path w="8379291" h="1523508">
                <a:moveTo>
                  <a:pt x="0" y="0"/>
                </a:moveTo>
                <a:lnTo>
                  <a:pt x="8379292" y="0"/>
                </a:lnTo>
                <a:lnTo>
                  <a:pt x="8379292" y="1523508"/>
                </a:lnTo>
                <a:lnTo>
                  <a:pt x="0" y="15235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dirty="0"/>
          </a:p>
        </p:txBody>
      </p:sp>
      <p:sp>
        <p:nvSpPr>
          <p:cNvPr id="16" name="TextBox 15">
            <a:extLst>
              <a:ext uri="{FF2B5EF4-FFF2-40B4-BE49-F238E27FC236}">
                <a16:creationId xmlns:a16="http://schemas.microsoft.com/office/drawing/2014/main" id="{1FCF7EA3-87ED-D6B8-1362-A1BFC4DF9D5F}"/>
              </a:ext>
            </a:extLst>
          </p:cNvPr>
          <p:cNvSpPr txBox="1"/>
          <p:nvPr/>
        </p:nvSpPr>
        <p:spPr>
          <a:xfrm>
            <a:off x="6039353" y="6015729"/>
            <a:ext cx="4765674" cy="923330"/>
          </a:xfrm>
          <a:prstGeom prst="rect">
            <a:avLst/>
          </a:prstGeom>
          <a:noFill/>
        </p:spPr>
        <p:txBody>
          <a:bodyPr wrap="square" rtlCol="0">
            <a:spAutoFit/>
          </a:bodyPr>
          <a:lstStyle/>
          <a:p>
            <a:r>
              <a:rPr lang="en-US" dirty="0">
                <a:solidFill>
                  <a:schemeClr val="bg1"/>
                </a:solidFill>
              </a:rPr>
              <a:t>Program Highlights: STEM courses, scholarships, flexible lasses, no GMAT/GRE required.</a:t>
            </a:r>
          </a:p>
        </p:txBody>
      </p:sp>
    </p:spTree>
    <p:extLst>
      <p:ext uri="{BB962C8B-B14F-4D97-AF65-F5344CB8AC3E}">
        <p14:creationId xmlns:p14="http://schemas.microsoft.com/office/powerpoint/2010/main" val="2622169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B8649A2-9429-A92E-E77B-88B94EA84FE5}"/>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extBox 1">
            <a:extLst>
              <a:ext uri="{FF2B5EF4-FFF2-40B4-BE49-F238E27FC236}">
                <a16:creationId xmlns:a16="http://schemas.microsoft.com/office/drawing/2014/main" id="{466FB3E3-7BAF-5AA6-83A2-4F9FB0DA729E}"/>
              </a:ext>
            </a:extLst>
          </p:cNvPr>
          <p:cNvSpPr txBox="1"/>
          <p:nvPr/>
        </p:nvSpPr>
        <p:spPr>
          <a:xfrm>
            <a:off x="838200" y="365125"/>
            <a:ext cx="4013200" cy="99529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dirty="0">
                <a:solidFill>
                  <a:schemeClr val="bg1"/>
                </a:solidFill>
                <a:latin typeface="+mj-lt"/>
                <a:ea typeface="+mj-ea"/>
                <a:cs typeface="+mj-cs"/>
              </a:rPr>
              <a:t>Key Results</a:t>
            </a:r>
          </a:p>
        </p:txBody>
      </p:sp>
      <p:sp>
        <p:nvSpPr>
          <p:cNvPr id="17"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sX0" fmla="*/ 0 w 9692640"/>
              <a:gd name="csY0" fmla="*/ 0 h 18288"/>
              <a:gd name="csX1" fmla="*/ 401552 w 9692640"/>
              <a:gd name="csY1" fmla="*/ 0 h 18288"/>
              <a:gd name="csX2" fmla="*/ 996957 w 9692640"/>
              <a:gd name="csY2" fmla="*/ 0 h 18288"/>
              <a:gd name="csX3" fmla="*/ 1398509 w 9692640"/>
              <a:gd name="csY3" fmla="*/ 0 h 18288"/>
              <a:gd name="csX4" fmla="*/ 2090841 w 9692640"/>
              <a:gd name="csY4" fmla="*/ 0 h 18288"/>
              <a:gd name="csX5" fmla="*/ 2686246 w 9692640"/>
              <a:gd name="csY5" fmla="*/ 0 h 18288"/>
              <a:gd name="csX6" fmla="*/ 3475504 w 9692640"/>
              <a:gd name="csY6" fmla="*/ 0 h 18288"/>
              <a:gd name="csX7" fmla="*/ 4361688 w 9692640"/>
              <a:gd name="csY7" fmla="*/ 0 h 18288"/>
              <a:gd name="csX8" fmla="*/ 5054019 w 9692640"/>
              <a:gd name="csY8" fmla="*/ 0 h 18288"/>
              <a:gd name="csX9" fmla="*/ 5940204 w 9692640"/>
              <a:gd name="csY9" fmla="*/ 0 h 18288"/>
              <a:gd name="csX10" fmla="*/ 6632535 w 9692640"/>
              <a:gd name="csY10" fmla="*/ 0 h 18288"/>
              <a:gd name="csX11" fmla="*/ 7034087 w 9692640"/>
              <a:gd name="csY11" fmla="*/ 0 h 18288"/>
              <a:gd name="csX12" fmla="*/ 7532566 w 9692640"/>
              <a:gd name="csY12" fmla="*/ 0 h 18288"/>
              <a:gd name="csX13" fmla="*/ 8418750 w 9692640"/>
              <a:gd name="csY13" fmla="*/ 0 h 18288"/>
              <a:gd name="csX14" fmla="*/ 9692640 w 9692640"/>
              <a:gd name="csY14" fmla="*/ 0 h 18288"/>
              <a:gd name="csX15" fmla="*/ 9692640 w 9692640"/>
              <a:gd name="csY15" fmla="*/ 18288 h 18288"/>
              <a:gd name="csX16" fmla="*/ 9000309 w 9692640"/>
              <a:gd name="csY16" fmla="*/ 18288 h 18288"/>
              <a:gd name="csX17" fmla="*/ 8307977 w 9692640"/>
              <a:gd name="csY17" fmla="*/ 18288 h 18288"/>
              <a:gd name="csX18" fmla="*/ 7712572 w 9692640"/>
              <a:gd name="csY18" fmla="*/ 18288 h 18288"/>
              <a:gd name="csX19" fmla="*/ 7214093 w 9692640"/>
              <a:gd name="csY19" fmla="*/ 18288 h 18288"/>
              <a:gd name="csX20" fmla="*/ 6327909 w 9692640"/>
              <a:gd name="csY20" fmla="*/ 18288 h 18288"/>
              <a:gd name="csX21" fmla="*/ 5635578 w 9692640"/>
              <a:gd name="csY21" fmla="*/ 18288 h 18288"/>
              <a:gd name="csX22" fmla="*/ 4846320 w 9692640"/>
              <a:gd name="csY22" fmla="*/ 18288 h 18288"/>
              <a:gd name="csX23" fmla="*/ 4444768 w 9692640"/>
              <a:gd name="csY23" fmla="*/ 18288 h 18288"/>
              <a:gd name="csX24" fmla="*/ 3946289 w 9692640"/>
              <a:gd name="csY24" fmla="*/ 18288 h 18288"/>
              <a:gd name="csX25" fmla="*/ 3253958 w 9692640"/>
              <a:gd name="csY25" fmla="*/ 18288 h 18288"/>
              <a:gd name="csX26" fmla="*/ 2464700 w 9692640"/>
              <a:gd name="csY26" fmla="*/ 18288 h 18288"/>
              <a:gd name="csX27" fmla="*/ 2063148 w 9692640"/>
              <a:gd name="csY27" fmla="*/ 18288 h 18288"/>
              <a:gd name="csX28" fmla="*/ 1661595 w 9692640"/>
              <a:gd name="csY28" fmla="*/ 18288 h 18288"/>
              <a:gd name="csX29" fmla="*/ 969264 w 9692640"/>
              <a:gd name="csY29" fmla="*/ 18288 h 18288"/>
              <a:gd name="csX30" fmla="*/ 0 w 9692640"/>
              <a:gd name="csY30" fmla="*/ 18288 h 18288"/>
              <a:gd name="csX31" fmla="*/ 0 w 9692640"/>
              <a:gd name="csY3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6A5B9EF1-7052-2643-C8F0-AC27018B86F7}"/>
              </a:ext>
            </a:extLst>
          </p:cNvPr>
          <p:cNvGraphicFramePr/>
          <p:nvPr>
            <p:extLst>
              <p:ext uri="{D42A27DB-BD31-4B8C-83A1-F6EECF244321}">
                <p14:modId xmlns:p14="http://schemas.microsoft.com/office/powerpoint/2010/main" val="1557042074"/>
              </p:ext>
            </p:extLst>
          </p:nvPr>
        </p:nvGraphicFramePr>
        <p:xfrm>
          <a:off x="622301" y="1725539"/>
          <a:ext cx="10591799" cy="2410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159ECB03-02E6-4232-7008-E95DEE213A90}"/>
              </a:ext>
            </a:extLst>
          </p:cNvPr>
          <p:cNvSpPr txBox="1"/>
          <p:nvPr/>
        </p:nvSpPr>
        <p:spPr>
          <a:xfrm>
            <a:off x="147319" y="3925702"/>
            <a:ext cx="11226800" cy="2862322"/>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Total $628.11 spent on Google Ads with high CTR (11.8%) reflects effective ad copy and targeting. Google Display ad groups demonstrated excellent CPC efficiency ($0.05.)</a:t>
            </a:r>
          </a:p>
          <a:p>
            <a:pPr marL="285750" indent="-285750">
              <a:buFont typeface="Arial" panose="020B0604020202020204" pitchFamily="34" charset="0"/>
              <a:buChar char="•"/>
            </a:pPr>
            <a:r>
              <a:rPr lang="en-US" dirty="0">
                <a:solidFill>
                  <a:schemeClr val="bg1"/>
                </a:solidFill>
              </a:rPr>
              <a:t>Facebook and YouTube videos focused on promoting MSMAI through story telling using posts and videos which generated Total impressions of 1,287,746. Facebook had broader reach and higher impressions but less focused on direct conversions.</a:t>
            </a:r>
          </a:p>
          <a:p>
            <a:pPr marL="285750" indent="-285750">
              <a:buFont typeface="Arial" panose="020B0604020202020204" pitchFamily="34" charset="0"/>
              <a:buChar char="•"/>
            </a:pPr>
            <a:r>
              <a:rPr lang="en-US" dirty="0">
                <a:solidFill>
                  <a:schemeClr val="bg1"/>
                </a:solidFill>
              </a:rPr>
              <a:t>Google Ads were effective in driving direct engagement. Social media campaigns-built awareness and strengthened the program’s digital presence.</a:t>
            </a:r>
          </a:p>
          <a:p>
            <a:pPr marL="285750" indent="-285750">
              <a:buFont typeface="Arial" panose="020B0604020202020204" pitchFamily="34" charset="0"/>
              <a:buChar char="•"/>
            </a:pPr>
            <a:r>
              <a:rPr lang="en-US" dirty="0">
                <a:solidFill>
                  <a:schemeClr val="bg1"/>
                </a:solidFill>
              </a:rPr>
              <a:t>Promote MSMAI at Wright State University to prospective students in New Delhi, focusing on programs like STEM courses, scholarships, flexible classes.</a:t>
            </a:r>
          </a:p>
          <a:p>
            <a:pPr marL="285750" indent="-285750">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30872197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50E6E6D-FB20-EFF2-558E-7F309AC63657}"/>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kern="1200">
                <a:solidFill>
                  <a:schemeClr val="tx1"/>
                </a:solidFill>
                <a:latin typeface="+mj-lt"/>
                <a:ea typeface="+mj-ea"/>
                <a:cs typeface="+mj-cs"/>
              </a:rPr>
              <a:t>Conclusion</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30A17F-A8B5-45CA-B17E-2C726FFA79C6}"/>
              </a:ext>
            </a:extLst>
          </p:cNvPr>
          <p:cNvSpPr txBox="1"/>
          <p:nvPr/>
        </p:nvSpPr>
        <p:spPr>
          <a:xfrm>
            <a:off x="838200" y="1929384"/>
            <a:ext cx="10515600" cy="470772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oAutofit/>
          </a:bodyPr>
          <a:lstStyle/>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To increase engagement and conversions, we used multiple strategies in our digital marketing campaign for the master's program in marketing analytics and insights in New Delhi.</a:t>
            </a:r>
          </a:p>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The campaign's main objective of raising awareness and encouraging participation was accomplished. The successful outcome of the methods used can be seen by strong click-through rates, affordable CPCs, and high conversion rates across platforms. </a:t>
            </a:r>
          </a:p>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The significance of storytelling is demonstrated by the impressive outcomes of video material.</a:t>
            </a:r>
          </a:p>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Started by using platforms like Facebook and Google AdWords to specifically target particular demographics and keywords.</a:t>
            </a:r>
          </a:p>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Used a variety of content types, such as posts and videos, to encourage interaction and offer insightful information.</a:t>
            </a:r>
          </a:p>
          <a:p>
            <a:pPr marL="0" marR="0" indent="-228600">
              <a:lnSpc>
                <a:spcPct val="90000"/>
              </a:lnSpc>
              <a:spcAft>
                <a:spcPts val="1200"/>
              </a:spcAft>
              <a:buFont typeface="Arial" panose="020B0604020202020204" pitchFamily="34" charset="0"/>
              <a:buChar char="•"/>
            </a:pPr>
            <a:r>
              <a:rPr lang="en-US" sz="2000" dirty="0">
                <a:effectLst/>
                <a:latin typeface="Chakra Petch" pitchFamily="2" charset="-34"/>
                <a:cs typeface="Chakra Petch" pitchFamily="2" charset="-34"/>
              </a:rPr>
              <a:t>Encountered difficulties such mid-week campaign performance issues, A/B testing issues, keyword failures, and achieving positive video impressions.</a:t>
            </a:r>
          </a:p>
        </p:txBody>
      </p:sp>
    </p:spTree>
    <p:extLst>
      <p:ext uri="{BB962C8B-B14F-4D97-AF65-F5344CB8AC3E}">
        <p14:creationId xmlns:p14="http://schemas.microsoft.com/office/powerpoint/2010/main" val="2802550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20000"/>
                <a:lumOff val="80000"/>
              </a:schemeClr>
            </a:gs>
            <a:gs pos="50000">
              <a:schemeClr val="accent2">
                <a:lumMod val="75000"/>
              </a:schemeClr>
            </a:gs>
            <a:gs pos="100000">
              <a:schemeClr val="accent2">
                <a:lumMod val="50000"/>
              </a:schemeClr>
            </a:gs>
          </a:gsLst>
          <a:path path="circle">
            <a:fillToRect l="100000" t="100000"/>
          </a:path>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85FD32-8263-5171-BA79-DFBE51A8E13A}"/>
              </a:ext>
            </a:extLst>
          </p:cNvPr>
          <p:cNvSpPr txBox="1"/>
          <p:nvPr/>
        </p:nvSpPr>
        <p:spPr>
          <a:xfrm>
            <a:off x="374073" y="18329"/>
            <a:ext cx="6234545" cy="104847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a:solidFill>
                  <a:schemeClr val="bg1"/>
                </a:solidFill>
                <a:latin typeface="+mj-lt"/>
                <a:ea typeface="+mj-ea"/>
                <a:cs typeface="+mj-cs"/>
              </a:rPr>
              <a:t>Future Recommendation</a:t>
            </a:r>
            <a:endParaRPr lang="en-US" sz="4400" dirty="0">
              <a:solidFill>
                <a:schemeClr val="bg1"/>
              </a:solidFill>
              <a:latin typeface="+mj-lt"/>
              <a:ea typeface="+mj-ea"/>
              <a:cs typeface="+mj-cs"/>
            </a:endParaRPr>
          </a:p>
        </p:txBody>
      </p:sp>
      <p:graphicFrame>
        <p:nvGraphicFramePr>
          <p:cNvPr id="14" name="TextBox 3">
            <a:extLst>
              <a:ext uri="{FF2B5EF4-FFF2-40B4-BE49-F238E27FC236}">
                <a16:creationId xmlns:a16="http://schemas.microsoft.com/office/drawing/2014/main" id="{6F934600-FCDB-DBB9-9C3B-54F0F7206E9B}"/>
              </a:ext>
            </a:extLst>
          </p:cNvPr>
          <p:cNvGraphicFramePr/>
          <p:nvPr>
            <p:extLst>
              <p:ext uri="{D42A27DB-BD31-4B8C-83A1-F6EECF244321}">
                <p14:modId xmlns:p14="http://schemas.microsoft.com/office/powerpoint/2010/main" val="2973259155"/>
              </p:ext>
            </p:extLst>
          </p:nvPr>
        </p:nvGraphicFramePr>
        <p:xfrm>
          <a:off x="374073" y="876300"/>
          <a:ext cx="11373427" cy="56006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6820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D0B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096000" cy="6858000"/>
            <a:chOff x="0" y="0"/>
            <a:chExt cx="12192000" cy="13716000"/>
          </a:xfrm>
        </p:grpSpPr>
        <p:pic>
          <p:nvPicPr>
            <p:cNvPr id="3" name="Picture 3"/>
            <p:cNvPicPr>
              <a:picLocks noChangeAspect="1"/>
            </p:cNvPicPr>
            <p:nvPr/>
          </p:nvPicPr>
          <p:blipFill>
            <a:blip r:embed="rId2"/>
            <a:srcRect l="10676" r="45138"/>
            <a:stretch>
              <a:fillRect/>
            </a:stretch>
          </p:blipFill>
          <p:spPr>
            <a:xfrm>
              <a:off x="0" y="0"/>
              <a:ext cx="12192000" cy="13716000"/>
            </a:xfrm>
            <a:prstGeom prst="rect">
              <a:avLst/>
            </a:prstGeom>
          </p:spPr>
        </p:pic>
      </p:grpSp>
      <p:grpSp>
        <p:nvGrpSpPr>
          <p:cNvPr id="4" name="Group 4"/>
          <p:cNvGrpSpPr/>
          <p:nvPr/>
        </p:nvGrpSpPr>
        <p:grpSpPr>
          <a:xfrm>
            <a:off x="6892079" y="2805952"/>
            <a:ext cx="2606451" cy="1439758"/>
            <a:chOff x="0" y="0"/>
            <a:chExt cx="5212903" cy="2879517"/>
          </a:xfrm>
        </p:grpSpPr>
        <p:sp>
          <p:nvSpPr>
            <p:cNvPr id="5" name="TextBox 5"/>
            <p:cNvSpPr txBox="1"/>
            <p:nvPr/>
          </p:nvSpPr>
          <p:spPr>
            <a:xfrm>
              <a:off x="1435132" y="109526"/>
              <a:ext cx="3777771" cy="2769991"/>
            </a:xfrm>
            <a:prstGeom prst="rect">
              <a:avLst/>
            </a:prstGeom>
          </p:spPr>
          <p:txBody>
            <a:bodyPr lIns="0" tIns="0" rIns="0" bIns="0" rtlCol="0" anchor="t">
              <a:spAutoFit/>
            </a:bodyPr>
            <a:lstStyle/>
            <a:p>
              <a:pPr>
                <a:lnSpc>
                  <a:spcPts val="2801"/>
                </a:lnSpc>
              </a:pPr>
              <a:r>
                <a:rPr lang="en-US" sz="2001">
                  <a:solidFill>
                    <a:srgbClr val="000000"/>
                  </a:solidFill>
                  <a:latin typeface="Hammersmith One"/>
                  <a:ea typeface="Hammersmith One"/>
                  <a:cs typeface="Hammersmith One"/>
                  <a:sym typeface="Hammersmith One"/>
                </a:rPr>
                <a:t>Initial Approach</a:t>
              </a:r>
            </a:p>
            <a:p>
              <a:pPr>
                <a:lnSpc>
                  <a:spcPts val="2801"/>
                </a:lnSpc>
              </a:pPr>
              <a:endParaRPr lang="en-US" sz="2001">
                <a:solidFill>
                  <a:srgbClr val="000000"/>
                </a:solidFill>
                <a:latin typeface="Hammersmith One"/>
                <a:ea typeface="Hammersmith One"/>
                <a:cs typeface="Hammersmith One"/>
                <a:sym typeface="Hammersmith One"/>
              </a:endParaRPr>
            </a:p>
            <a:p>
              <a:pPr>
                <a:lnSpc>
                  <a:spcPts val="2801"/>
                </a:lnSpc>
              </a:pPr>
              <a:endParaRPr lang="en-US" sz="2001">
                <a:solidFill>
                  <a:srgbClr val="000000"/>
                </a:solidFill>
                <a:latin typeface="Hammersmith One"/>
                <a:ea typeface="Hammersmith One"/>
                <a:cs typeface="Hammersmith One"/>
                <a:sym typeface="Hammersmith One"/>
              </a:endParaRPr>
            </a:p>
            <a:p>
              <a:pPr>
                <a:lnSpc>
                  <a:spcPts val="2427"/>
                </a:lnSpc>
              </a:pPr>
              <a:endParaRPr lang="en-US" sz="2001">
                <a:solidFill>
                  <a:srgbClr val="000000"/>
                </a:solidFill>
                <a:latin typeface="Hammersmith One"/>
                <a:ea typeface="Hammersmith One"/>
                <a:cs typeface="Hammersmith One"/>
                <a:sym typeface="Hammersmith One"/>
              </a:endParaRPr>
            </a:p>
          </p:txBody>
        </p:sp>
        <p:sp>
          <p:nvSpPr>
            <p:cNvPr id="6" name="Freeform 6"/>
            <p:cNvSpPr/>
            <p:nvPr/>
          </p:nvSpPr>
          <p:spPr>
            <a:xfrm rot="5400000">
              <a:off x="8515" y="-8515"/>
              <a:ext cx="919616" cy="936646"/>
            </a:xfrm>
            <a:custGeom>
              <a:avLst/>
              <a:gdLst/>
              <a:ahLst/>
              <a:cxnLst/>
              <a:rect l="l" t="t" r="r" b="b"/>
              <a:pathLst>
                <a:path w="919616" h="936646">
                  <a:moveTo>
                    <a:pt x="0" y="0"/>
                  </a:moveTo>
                  <a:lnTo>
                    <a:pt x="919616" y="0"/>
                  </a:lnTo>
                  <a:lnTo>
                    <a:pt x="919616" y="936646"/>
                  </a:lnTo>
                  <a:lnTo>
                    <a:pt x="0" y="9366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grpSp>
      <p:sp>
        <p:nvSpPr>
          <p:cNvPr id="7" name="TextBox 7"/>
          <p:cNvSpPr txBox="1"/>
          <p:nvPr/>
        </p:nvSpPr>
        <p:spPr>
          <a:xfrm>
            <a:off x="8038692" y="991068"/>
            <a:ext cx="2606451" cy="1436675"/>
          </a:xfrm>
          <a:prstGeom prst="rect">
            <a:avLst/>
          </a:prstGeom>
        </p:spPr>
        <p:txBody>
          <a:bodyPr lIns="0" tIns="0" rIns="0" bIns="0" rtlCol="0" anchor="t">
            <a:spAutoFit/>
          </a:bodyPr>
          <a:lstStyle/>
          <a:p>
            <a:pPr>
              <a:lnSpc>
                <a:spcPts val="3703"/>
              </a:lnSpc>
            </a:pPr>
            <a:r>
              <a:rPr lang="en-US" sz="3428" spc="-34">
                <a:solidFill>
                  <a:srgbClr val="000000"/>
                </a:solidFill>
                <a:latin typeface="Hammersmith One"/>
                <a:ea typeface="Hammersmith One"/>
                <a:cs typeface="Hammersmith One"/>
                <a:sym typeface="Hammersmith One"/>
              </a:rPr>
              <a:t>EVOLUTION</a:t>
            </a:r>
          </a:p>
          <a:p>
            <a:pPr>
              <a:lnSpc>
                <a:spcPts val="3703"/>
              </a:lnSpc>
            </a:pPr>
            <a:r>
              <a:rPr lang="en-US" sz="3428" spc="-34">
                <a:solidFill>
                  <a:srgbClr val="000000"/>
                </a:solidFill>
                <a:latin typeface="Hammersmith One"/>
                <a:ea typeface="Hammersmith One"/>
                <a:cs typeface="Hammersmith One"/>
                <a:sym typeface="Hammersmith One"/>
              </a:rPr>
              <a:t>      OF</a:t>
            </a:r>
          </a:p>
          <a:p>
            <a:pPr>
              <a:lnSpc>
                <a:spcPts val="3703"/>
              </a:lnSpc>
              <a:spcBef>
                <a:spcPct val="0"/>
              </a:spcBef>
            </a:pPr>
            <a:r>
              <a:rPr lang="en-US" sz="3428" spc="-34">
                <a:solidFill>
                  <a:srgbClr val="000000"/>
                </a:solidFill>
                <a:latin typeface="Hammersmith One"/>
                <a:ea typeface="Hammersmith One"/>
                <a:cs typeface="Hammersmith One"/>
                <a:sym typeface="Hammersmith One"/>
              </a:rPr>
              <a:t> CAMPAIGN</a:t>
            </a:r>
          </a:p>
        </p:txBody>
      </p:sp>
      <p:grpSp>
        <p:nvGrpSpPr>
          <p:cNvPr id="8" name="Group 8"/>
          <p:cNvGrpSpPr/>
          <p:nvPr/>
        </p:nvGrpSpPr>
        <p:grpSpPr>
          <a:xfrm>
            <a:off x="6892079" y="3700679"/>
            <a:ext cx="2606451" cy="760150"/>
            <a:chOff x="0" y="0"/>
            <a:chExt cx="5212903" cy="1520299"/>
          </a:xfrm>
        </p:grpSpPr>
        <p:sp>
          <p:nvSpPr>
            <p:cNvPr id="9" name="TextBox 9"/>
            <p:cNvSpPr txBox="1"/>
            <p:nvPr/>
          </p:nvSpPr>
          <p:spPr>
            <a:xfrm>
              <a:off x="1435132" y="109528"/>
              <a:ext cx="3777771" cy="1410771"/>
            </a:xfrm>
            <a:prstGeom prst="rect">
              <a:avLst/>
            </a:prstGeom>
          </p:spPr>
          <p:txBody>
            <a:bodyPr lIns="0" tIns="0" rIns="0" bIns="0" rtlCol="0" anchor="t">
              <a:spAutoFit/>
            </a:bodyPr>
            <a:lstStyle/>
            <a:p>
              <a:pPr>
                <a:lnSpc>
                  <a:spcPts val="2801"/>
                </a:lnSpc>
              </a:pPr>
              <a:r>
                <a:rPr lang="en-US" sz="2001">
                  <a:solidFill>
                    <a:srgbClr val="000000"/>
                  </a:solidFill>
                  <a:latin typeface="Hammersmith One"/>
                  <a:ea typeface="Hammersmith One"/>
                  <a:cs typeface="Hammersmith One"/>
                  <a:sym typeface="Hammersmith One"/>
                </a:rPr>
                <a:t>What Changed and Why</a:t>
              </a:r>
            </a:p>
          </p:txBody>
        </p:sp>
        <p:sp>
          <p:nvSpPr>
            <p:cNvPr id="10" name="Freeform 10"/>
            <p:cNvSpPr/>
            <p:nvPr/>
          </p:nvSpPr>
          <p:spPr>
            <a:xfrm rot="5400000">
              <a:off x="8515" y="-8515"/>
              <a:ext cx="919616" cy="936646"/>
            </a:xfrm>
            <a:custGeom>
              <a:avLst/>
              <a:gdLst/>
              <a:ahLst/>
              <a:cxnLst/>
              <a:rect l="l" t="t" r="r" b="b"/>
              <a:pathLst>
                <a:path w="919616" h="936646">
                  <a:moveTo>
                    <a:pt x="0" y="0"/>
                  </a:moveTo>
                  <a:lnTo>
                    <a:pt x="919616" y="0"/>
                  </a:lnTo>
                  <a:lnTo>
                    <a:pt x="919616" y="936646"/>
                  </a:lnTo>
                  <a:lnTo>
                    <a:pt x="0" y="9366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grpSp>
      <p:grpSp>
        <p:nvGrpSpPr>
          <p:cNvPr id="11" name="Group 11"/>
          <p:cNvGrpSpPr/>
          <p:nvPr/>
        </p:nvGrpSpPr>
        <p:grpSpPr>
          <a:xfrm>
            <a:off x="6892079" y="4592287"/>
            <a:ext cx="2606451" cy="1119223"/>
            <a:chOff x="0" y="0"/>
            <a:chExt cx="5212903" cy="2238446"/>
          </a:xfrm>
        </p:grpSpPr>
        <p:sp>
          <p:nvSpPr>
            <p:cNvPr id="12" name="TextBox 12"/>
            <p:cNvSpPr txBox="1"/>
            <p:nvPr/>
          </p:nvSpPr>
          <p:spPr>
            <a:xfrm>
              <a:off x="1435132" y="109528"/>
              <a:ext cx="3777771" cy="2128918"/>
            </a:xfrm>
            <a:prstGeom prst="rect">
              <a:avLst/>
            </a:prstGeom>
          </p:spPr>
          <p:txBody>
            <a:bodyPr lIns="0" tIns="0" rIns="0" bIns="0" rtlCol="0" anchor="t">
              <a:spAutoFit/>
            </a:bodyPr>
            <a:lstStyle/>
            <a:p>
              <a:pPr>
                <a:lnSpc>
                  <a:spcPts val="2801"/>
                </a:lnSpc>
              </a:pPr>
              <a:r>
                <a:rPr lang="en-US" sz="2001">
                  <a:solidFill>
                    <a:srgbClr val="000000"/>
                  </a:solidFill>
                  <a:latin typeface="Hammersmith One"/>
                  <a:ea typeface="Hammersmith One"/>
                  <a:cs typeface="Hammersmith One"/>
                  <a:sym typeface="Hammersmith One"/>
                </a:rPr>
                <a:t>Overall Campaign perfomance</a:t>
              </a:r>
            </a:p>
          </p:txBody>
        </p:sp>
        <p:sp>
          <p:nvSpPr>
            <p:cNvPr id="13" name="Freeform 13"/>
            <p:cNvSpPr/>
            <p:nvPr/>
          </p:nvSpPr>
          <p:spPr>
            <a:xfrm rot="5400000">
              <a:off x="8515" y="-8515"/>
              <a:ext cx="919616" cy="936646"/>
            </a:xfrm>
            <a:custGeom>
              <a:avLst/>
              <a:gdLst/>
              <a:ahLst/>
              <a:cxnLst/>
              <a:rect l="l" t="t" r="r" b="b"/>
              <a:pathLst>
                <a:path w="919616" h="936646">
                  <a:moveTo>
                    <a:pt x="0" y="0"/>
                  </a:moveTo>
                  <a:lnTo>
                    <a:pt x="919616" y="0"/>
                  </a:lnTo>
                  <a:lnTo>
                    <a:pt x="919616" y="936646"/>
                  </a:lnTo>
                  <a:lnTo>
                    <a:pt x="0" y="9366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grpSp>
    </p:spTree>
    <p:extLst>
      <p:ext uri="{BB962C8B-B14F-4D97-AF65-F5344CB8AC3E}">
        <p14:creationId xmlns:p14="http://schemas.microsoft.com/office/powerpoint/2010/main" val="1208261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8FE811A-4949-6091-BD82-0A634E1EB1C1}"/>
              </a:ext>
            </a:extLst>
          </p:cNvPr>
          <p:cNvGraphicFramePr/>
          <p:nvPr>
            <p:extLst>
              <p:ext uri="{D42A27DB-BD31-4B8C-83A1-F6EECF244321}">
                <p14:modId xmlns:p14="http://schemas.microsoft.com/office/powerpoint/2010/main" val="3543991529"/>
              </p:ext>
            </p:extLst>
          </p:nvPr>
        </p:nvGraphicFramePr>
        <p:xfrm>
          <a:off x="571500" y="1058713"/>
          <a:ext cx="11226800" cy="55111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6E6E95F3-1D46-EA68-3A41-B42998EAD7F7}"/>
              </a:ext>
            </a:extLst>
          </p:cNvPr>
          <p:cNvSpPr/>
          <p:nvPr/>
        </p:nvSpPr>
        <p:spPr>
          <a:xfrm>
            <a:off x="3011298" y="135383"/>
            <a:ext cx="5183086"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Initial Approach</a:t>
            </a:r>
          </a:p>
        </p:txBody>
      </p:sp>
    </p:spTree>
    <p:extLst>
      <p:ext uri="{BB962C8B-B14F-4D97-AF65-F5344CB8AC3E}">
        <p14:creationId xmlns:p14="http://schemas.microsoft.com/office/powerpoint/2010/main" val="1760669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2F45D-6EEE-09DB-9639-FA17DA7740A9}"/>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817ED6E1-75A2-A2DF-C599-134EA4DC3E7F}"/>
              </a:ext>
            </a:extLst>
          </p:cNvPr>
          <p:cNvGraphicFramePr/>
          <p:nvPr>
            <p:extLst>
              <p:ext uri="{D42A27DB-BD31-4B8C-83A1-F6EECF244321}">
                <p14:modId xmlns:p14="http://schemas.microsoft.com/office/powerpoint/2010/main" val="2383682131"/>
              </p:ext>
            </p:extLst>
          </p:nvPr>
        </p:nvGraphicFramePr>
        <p:xfrm>
          <a:off x="838200" y="1168399"/>
          <a:ext cx="10375899" cy="53213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CB931E38-FAB2-53BB-1B49-8A916C0FBDFA}"/>
              </a:ext>
            </a:extLst>
          </p:cNvPr>
          <p:cNvSpPr/>
          <p:nvPr/>
        </p:nvSpPr>
        <p:spPr>
          <a:xfrm>
            <a:off x="978052" y="135383"/>
            <a:ext cx="9249583"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What Changed and Why ????</a:t>
            </a:r>
          </a:p>
        </p:txBody>
      </p:sp>
    </p:spTree>
    <p:extLst>
      <p:ext uri="{BB962C8B-B14F-4D97-AF65-F5344CB8AC3E}">
        <p14:creationId xmlns:p14="http://schemas.microsoft.com/office/powerpoint/2010/main" val="668855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touching a screen with a digital display&#10;&#10;Description automatically generated">
            <a:extLst>
              <a:ext uri="{FF2B5EF4-FFF2-40B4-BE49-F238E27FC236}">
                <a16:creationId xmlns:a16="http://schemas.microsoft.com/office/drawing/2014/main" id="{37171AB9-D8D6-8A16-3677-6F60C6EA4AA3}"/>
              </a:ext>
            </a:extLst>
          </p:cNvPr>
          <p:cNvPicPr>
            <a:picLocks noChangeAspect="1"/>
          </p:cNvPicPr>
          <p:nvPr/>
        </p:nvPicPr>
        <p:blipFill rotWithShape="1">
          <a:blip r:embed="rId2">
            <a:extLst>
              <a:ext uri="{28A0092B-C50C-407E-A947-70E740481C1C}">
                <a14:useLocalDpi xmlns:a14="http://schemas.microsoft.com/office/drawing/2010/main" val="0"/>
              </a:ext>
            </a:extLst>
          </a:blip>
          <a:srcRect l="19934" r="4632" b="1"/>
          <a:stretch/>
        </p:blipFill>
        <p:spPr>
          <a:xfrm>
            <a:off x="1" y="10"/>
            <a:ext cx="9669642" cy="6857990"/>
          </a:xfrm>
          <a:prstGeom prst="rect">
            <a:avLst/>
          </a:prstGeom>
          <a:solidFill>
            <a:srgbClr val="FFFFFF">
              <a:shade val="85000"/>
            </a:srgbClr>
          </a:solidFill>
          <a:scene3d>
            <a:camera prst="orthographicFront"/>
            <a:lightRig rig="twoPt" dir="t">
              <a:rot lat="0" lon="0" rev="7200000"/>
            </a:lightRig>
          </a:scene3d>
          <a:sp3d>
            <a:bevelT w="25400" h="19050"/>
            <a:contourClr>
              <a:srgbClr val="FFFFFF"/>
            </a:contourClr>
          </a:sp3d>
        </p:spPr>
      </p:pic>
      <p:sp>
        <p:nvSpPr>
          <p:cNvPr id="26" name="Rectangle 2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Box 1">
            <a:extLst>
              <a:ext uri="{FF2B5EF4-FFF2-40B4-BE49-F238E27FC236}">
                <a16:creationId xmlns:a16="http://schemas.microsoft.com/office/drawing/2014/main" id="{DF76E88E-A137-60D0-D89C-12993D549BDE}"/>
              </a:ext>
            </a:extLst>
          </p:cNvPr>
          <p:cNvSpPr txBox="1"/>
          <p:nvPr/>
        </p:nvSpPr>
        <p:spPr>
          <a:xfrm>
            <a:off x="7531610" y="365125"/>
            <a:ext cx="3822189" cy="1899912"/>
          </a:xfrm>
          <a:prstGeom prst="rect">
            <a:avLst/>
          </a:prstGeom>
        </p:spPr>
        <p:txBody>
          <a:bodyPr rot="0" spcFirstLastPara="0" vert="horz" lIns="91440" tIns="45720" rIns="91440" bIns="45720" numCol="1" spcCol="0" rtlCol="0" fromWordArt="0" anchor="ctr" anchorCtr="0" forceAA="0" compatLnSpc="1">
            <a:prstTxWarp prst="textNoShape">
              <a:avLst/>
            </a:prstTxWarp>
            <a:normAutofit/>
            <a:scene3d>
              <a:camera prst="orthographicFront"/>
              <a:lightRig rig="harsh" dir="t"/>
            </a:scene3d>
            <a:sp3d extrusionH="57150" prstMaterial="matte">
              <a:bevelT w="63500" h="12700" prst="angle"/>
              <a:contourClr>
                <a:schemeClr val="bg1">
                  <a:lumMod val="65000"/>
                </a:schemeClr>
              </a:contourClr>
            </a:sp3d>
          </a:bodyPr>
          <a:lstStyle/>
          <a:p>
            <a:pPr marL="0" marR="0">
              <a:lnSpc>
                <a:spcPct val="90000"/>
              </a:lnSpc>
              <a:spcBef>
                <a:spcPct val="0"/>
              </a:spcBef>
              <a:spcAft>
                <a:spcPts val="800"/>
              </a:spcAft>
            </a:pPr>
            <a:r>
              <a:rPr lang="en-US" sz="3400" b="1">
                <a:ln>
                  <a:noFill/>
                </a:ln>
                <a:effectLst/>
                <a:latin typeface="+mj-lt"/>
                <a:ea typeface="+mj-ea"/>
                <a:cs typeface="+mj-cs"/>
              </a:rPr>
              <a:t>GOOGLE ADWORD </a:t>
            </a:r>
            <a:endParaRPr lang="en-US" sz="3400">
              <a:effectLst/>
              <a:latin typeface="+mj-lt"/>
              <a:ea typeface="+mj-ea"/>
              <a:cs typeface="+mj-cs"/>
            </a:endParaRPr>
          </a:p>
          <a:p>
            <a:pPr marL="0" marR="0">
              <a:lnSpc>
                <a:spcPct val="90000"/>
              </a:lnSpc>
              <a:spcBef>
                <a:spcPct val="0"/>
              </a:spcBef>
              <a:spcAft>
                <a:spcPts val="800"/>
              </a:spcAft>
            </a:pPr>
            <a:r>
              <a:rPr lang="en-US" sz="3400" b="1">
                <a:ln>
                  <a:noFill/>
                </a:ln>
                <a:effectLst/>
                <a:latin typeface="+mj-lt"/>
                <a:ea typeface="+mj-ea"/>
                <a:cs typeface="+mj-cs"/>
              </a:rPr>
              <a:t>STRATERGY IMPLEMENTATION</a:t>
            </a:r>
            <a:endParaRPr lang="en-US" sz="3400">
              <a:effectLst/>
              <a:latin typeface="+mj-lt"/>
              <a:ea typeface="+mj-ea"/>
              <a:cs typeface="+mj-cs"/>
            </a:endParaRPr>
          </a:p>
        </p:txBody>
      </p:sp>
      <p:sp>
        <p:nvSpPr>
          <p:cNvPr id="8" name="TextBox 7">
            <a:extLst>
              <a:ext uri="{FF2B5EF4-FFF2-40B4-BE49-F238E27FC236}">
                <a16:creationId xmlns:a16="http://schemas.microsoft.com/office/drawing/2014/main" id="{7119090A-FB49-AD57-9C61-A6DBCC29A873}"/>
              </a:ext>
            </a:extLst>
          </p:cNvPr>
          <p:cNvSpPr txBox="1"/>
          <p:nvPr/>
        </p:nvSpPr>
        <p:spPr>
          <a:xfrm>
            <a:off x="7531610" y="2434201"/>
            <a:ext cx="4369445" cy="3675654"/>
          </a:xfrm>
          <a:prstGeom prst="rect">
            <a:avLst/>
          </a:prstGeom>
        </p:spPr>
        <p:txBody>
          <a:bodyPr vert="horz" lIns="91440" tIns="45720" rIns="91440" bIns="45720" rtlCol="0">
            <a:normAutofit/>
          </a:bodyPr>
          <a:lstStyle/>
          <a:p>
            <a:pPr marL="342900" marR="0" lvl="0" indent="-228600">
              <a:lnSpc>
                <a:spcPct val="90000"/>
              </a:lnSpc>
              <a:buFont typeface="Arial" panose="020B0604020202020204" pitchFamily="34" charset="0"/>
              <a:buChar char="•"/>
            </a:pPr>
            <a:r>
              <a:rPr lang="en-US" sz="2000" b="1" dirty="0">
                <a:ln>
                  <a:noFill/>
                </a:ln>
                <a:effectLst/>
              </a:rPr>
              <a:t>Emphasized Search, Display, and Video campaigns. </a:t>
            </a:r>
            <a:endParaRPr lang="en-US" sz="2000" dirty="0">
              <a:effectLst/>
            </a:endParaRPr>
          </a:p>
          <a:p>
            <a:pPr marL="342900" marR="0" lvl="0" indent="-228600">
              <a:lnSpc>
                <a:spcPct val="90000"/>
              </a:lnSpc>
              <a:buFont typeface="Arial" panose="020B0604020202020204" pitchFamily="34" charset="0"/>
              <a:buChar char="•"/>
            </a:pPr>
            <a:r>
              <a:rPr lang="en-US" sz="2000" b="1" dirty="0">
                <a:ln>
                  <a:noFill/>
                </a:ln>
                <a:effectLst/>
              </a:rPr>
              <a:t>Executed strategy, testing all campaigns. </a:t>
            </a:r>
            <a:endParaRPr lang="en-US" sz="2000" dirty="0">
              <a:effectLst/>
            </a:endParaRPr>
          </a:p>
          <a:p>
            <a:pPr marL="342900" marR="0" lvl="0" indent="-228600">
              <a:lnSpc>
                <a:spcPct val="90000"/>
              </a:lnSpc>
              <a:buFont typeface="Arial" panose="020B0604020202020204" pitchFamily="34" charset="0"/>
              <a:buChar char="•"/>
            </a:pPr>
            <a:r>
              <a:rPr lang="en-US" sz="2000" b="1" dirty="0">
                <a:ln>
                  <a:noFill/>
                </a:ln>
                <a:effectLst/>
              </a:rPr>
              <a:t>Prioritized better-performing campaigns. </a:t>
            </a:r>
            <a:endParaRPr lang="en-US" sz="2000" dirty="0">
              <a:effectLst/>
            </a:endParaRPr>
          </a:p>
          <a:p>
            <a:pPr marL="342900" marR="0" lvl="0" indent="-228600">
              <a:lnSpc>
                <a:spcPct val="90000"/>
              </a:lnSpc>
              <a:spcAft>
                <a:spcPts val="800"/>
              </a:spcAft>
              <a:buFont typeface="Arial" panose="020B0604020202020204" pitchFamily="34" charset="0"/>
              <a:buChar char="•"/>
            </a:pPr>
            <a:r>
              <a:rPr lang="en-US" sz="2000" b="1" dirty="0">
                <a:ln>
                  <a:noFill/>
                </a:ln>
                <a:effectLst/>
              </a:rPr>
              <a:t>Display campaign outperformed search in authentic conversions, clicks, and impressions.</a:t>
            </a:r>
            <a:endParaRPr lang="en-US" sz="2000" dirty="0">
              <a:effectLst/>
            </a:endParaRPr>
          </a:p>
        </p:txBody>
      </p:sp>
    </p:spTree>
    <p:extLst>
      <p:ext uri="{BB962C8B-B14F-4D97-AF65-F5344CB8AC3E}">
        <p14:creationId xmlns:p14="http://schemas.microsoft.com/office/powerpoint/2010/main" val="143387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514254B-00B0-5244-3FB0-E5337E75E9AF}"/>
              </a:ext>
            </a:extLst>
          </p:cNvPr>
          <p:cNvSpPr txBox="1"/>
          <p:nvPr/>
        </p:nvSpPr>
        <p:spPr>
          <a:xfrm>
            <a:off x="5237018" y="120281"/>
            <a:ext cx="6449291" cy="2856292"/>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t">
            <a:noAutofit/>
          </a:bodyPr>
          <a:lstStyle/>
          <a:p>
            <a:pPr marR="0">
              <a:lnSpc>
                <a:spcPct val="90000"/>
              </a:lnSpc>
              <a:spcAft>
                <a:spcPts val="800"/>
              </a:spcAft>
            </a:pPr>
            <a:r>
              <a:rPr lang="en-US" sz="2000" b="1" dirty="0">
                <a:ln>
                  <a:noFill/>
                </a:ln>
                <a:effectLst/>
              </a:rPr>
              <a:t>The initial objective was to focus on and implement Google AdWords search, display, and video advertising.</a:t>
            </a:r>
            <a:endParaRPr lang="en-US" sz="2000" dirty="0">
              <a:effectLst/>
            </a:endParaRPr>
          </a:p>
          <a:p>
            <a:pPr marR="0">
              <a:lnSpc>
                <a:spcPct val="90000"/>
              </a:lnSpc>
              <a:spcAft>
                <a:spcPts val="800"/>
              </a:spcAft>
            </a:pPr>
            <a:r>
              <a:rPr lang="en-US" sz="2000" b="1" dirty="0">
                <a:ln>
                  <a:noFill/>
                </a:ln>
                <a:effectLst/>
              </a:rPr>
              <a:t>We implemented the strategy and developed.  The strategy involved testing all campaigns and prioritizing the best-performing ones.</a:t>
            </a:r>
            <a:endParaRPr lang="en-US" sz="2000" dirty="0">
              <a:effectLst/>
            </a:endParaRPr>
          </a:p>
          <a:p>
            <a:pPr marR="0">
              <a:lnSpc>
                <a:spcPct val="90000"/>
              </a:lnSpc>
              <a:spcAft>
                <a:spcPts val="800"/>
              </a:spcAft>
            </a:pPr>
            <a:r>
              <a:rPr lang="en-US" sz="2000" b="1" dirty="0">
                <a:ln>
                  <a:noFill/>
                </a:ln>
                <a:effectLst/>
              </a:rPr>
              <a:t>Our display campaign outperformed the search effort in terms of real conversions, clicks, and impressions.</a:t>
            </a:r>
            <a:endParaRPr lang="en-US" sz="2000" dirty="0">
              <a:effectLst/>
            </a:endParaRPr>
          </a:p>
        </p:txBody>
      </p:sp>
      <p:grpSp>
        <p:nvGrpSpPr>
          <p:cNvPr id="13" name="Group 12">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4" name="Rectangle 13">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A21DEC05-224A-FCCE-4456-1764D7D6D158}"/>
              </a:ext>
            </a:extLst>
          </p:cNvPr>
          <p:cNvSpPr txBox="1"/>
          <p:nvPr/>
        </p:nvSpPr>
        <p:spPr>
          <a:xfrm>
            <a:off x="796636" y="512862"/>
            <a:ext cx="3255819" cy="1754326"/>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GOOGLE </a:t>
            </a:r>
          </a:p>
          <a:p>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SEARCH</a:t>
            </a:r>
          </a:p>
        </p:txBody>
      </p:sp>
      <p:pic>
        <p:nvPicPr>
          <p:cNvPr id="2" name="Picture 1">
            <a:extLst>
              <a:ext uri="{FF2B5EF4-FFF2-40B4-BE49-F238E27FC236}">
                <a16:creationId xmlns:a16="http://schemas.microsoft.com/office/drawing/2014/main" id="{48DA4899-83D9-CB71-8036-786BE87CD9BF}"/>
              </a:ext>
            </a:extLst>
          </p:cNvPr>
          <p:cNvPicPr>
            <a:picLocks noChangeAspect="1"/>
          </p:cNvPicPr>
          <p:nvPr/>
        </p:nvPicPr>
        <p:blipFill>
          <a:blip r:embed="rId2"/>
          <a:stretch>
            <a:fillRect/>
          </a:stretch>
        </p:blipFill>
        <p:spPr>
          <a:xfrm>
            <a:off x="374073" y="3048001"/>
            <a:ext cx="11540836" cy="3689718"/>
          </a:xfrm>
          <a:prstGeom prst="rect">
            <a:avLst/>
          </a:prstGeom>
        </p:spPr>
      </p:pic>
    </p:spTree>
    <p:extLst>
      <p:ext uri="{BB962C8B-B14F-4D97-AF65-F5344CB8AC3E}">
        <p14:creationId xmlns:p14="http://schemas.microsoft.com/office/powerpoint/2010/main" val="3961402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575E0DC-E7EF-6D21-8381-212493EEA209}"/>
              </a:ext>
            </a:extLst>
          </p:cNvPr>
          <p:cNvGraphicFramePr/>
          <p:nvPr>
            <p:extLst>
              <p:ext uri="{D42A27DB-BD31-4B8C-83A1-F6EECF244321}">
                <p14:modId xmlns:p14="http://schemas.microsoft.com/office/powerpoint/2010/main" val="1056278392"/>
              </p:ext>
            </p:extLst>
          </p:nvPr>
        </p:nvGraphicFramePr>
        <p:xfrm>
          <a:off x="273132" y="877207"/>
          <a:ext cx="5486399" cy="5321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AFD2A49F-EB60-61A9-92AA-3CD4B61236B9}"/>
              </a:ext>
            </a:extLst>
          </p:cNvPr>
          <p:cNvSpPr txBox="1"/>
          <p:nvPr/>
        </p:nvSpPr>
        <p:spPr>
          <a:xfrm>
            <a:off x="5759531" y="877207"/>
            <a:ext cx="6096000" cy="4959306"/>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0" marR="0">
              <a:lnSpc>
                <a:spcPct val="115000"/>
              </a:lnSpc>
              <a:spcAft>
                <a:spcPts val="800"/>
              </a:spcAft>
              <a:tabLst>
                <a:tab pos="2400300" algn="l"/>
              </a:tabLst>
            </a:pPr>
            <a:r>
              <a:rPr lang="en-US" kern="100" dirty="0">
                <a:effectLst/>
                <a:latin typeface="Aptos" panose="020B0004020202020204" pitchFamily="34" charset="0"/>
                <a:ea typeface="Aptos" panose="020B0004020202020204" pitchFamily="34" charset="0"/>
                <a:cs typeface="Times New Roman" panose="02020603050405020304" pitchFamily="18" charset="0"/>
              </a:rPr>
              <a:t>According to the pre-campaign report initially our budget for the Search Campaign was $375 but we changed our budget allocation based on our Google ad performance during the initial weeks and ended to $336.</a:t>
            </a:r>
            <a:br>
              <a:rPr lang="en-US" kern="100" dirty="0">
                <a:effectLst/>
                <a:latin typeface="Aptos" panose="020B0004020202020204" pitchFamily="34" charset="0"/>
                <a:ea typeface="Aptos" panose="020B0004020202020204" pitchFamily="34" charset="0"/>
                <a:cs typeface="Times New Roman" panose="02020603050405020304" pitchFamily="18" charset="0"/>
              </a:rPr>
            </a:br>
            <a:br>
              <a:rPr lang="en-US" kern="100" dirty="0">
                <a:effectLst/>
                <a:latin typeface="Aptos" panose="020B0004020202020204" pitchFamily="34" charset="0"/>
                <a:ea typeface="Aptos" panose="020B0004020202020204" pitchFamily="34" charset="0"/>
                <a:cs typeface="Times New Roman" panose="02020603050405020304" pitchFamily="18" charset="0"/>
              </a:rPr>
            </a:br>
            <a:r>
              <a:rPr lang="en-US" kern="100" dirty="0">
                <a:effectLst/>
                <a:latin typeface="Aptos" panose="020B0004020202020204" pitchFamily="34" charset="0"/>
                <a:ea typeface="Aptos" panose="020B0004020202020204" pitchFamily="34" charset="0"/>
                <a:cs typeface="Times New Roman" panose="02020603050405020304" pitchFamily="18" charset="0"/>
              </a:rPr>
              <a:t>Our final campaign reached 25k impressions, having 2.99k clicks with an average cost per click of 0.11%. With a click-through rate of 11.80% and a conversion rate of 172.</a:t>
            </a:r>
          </a:p>
          <a:p>
            <a:r>
              <a:rPr lang="en-US" dirty="0">
                <a:effectLst/>
                <a:latin typeface="Aptos" panose="020B0004020202020204" pitchFamily="34" charset="0"/>
                <a:ea typeface="Aptos" panose="020B0004020202020204" pitchFamily="34" charset="0"/>
                <a:cs typeface="Times New Roman" panose="02020603050405020304" pitchFamily="18" charset="0"/>
              </a:rPr>
              <a:t>Our campaign has outperformed with a higher CTR and conversation rate.</a:t>
            </a:r>
            <a:r>
              <a:rPr lang="en-US" dirty="0">
                <a:effectLst/>
              </a:rPr>
              <a:t> </a:t>
            </a:r>
          </a:p>
          <a:p>
            <a:endParaRPr lang="en-US" dirty="0"/>
          </a:p>
          <a:p>
            <a:r>
              <a:rPr lang="en-US" sz="1800" dirty="0">
                <a:effectLst/>
                <a:latin typeface="Aptos" panose="020B0004020202020204" pitchFamily="34" charset="0"/>
                <a:ea typeface="Aptos" panose="020B0004020202020204" pitchFamily="34" charset="0"/>
                <a:cs typeface="Times New Roman" panose="02020603050405020304" pitchFamily="18" charset="0"/>
              </a:rPr>
              <a:t>For the first week, we allocated a budget of $3.88 proceeding to Week 2-4 ($4.32 to $7.35) and week 5-6 ($9.24 to $22.03) and gradually increased to $29.01 for rest of the week.</a:t>
            </a:r>
            <a:r>
              <a:rPr lang="en-US" dirty="0">
                <a:effectLst/>
              </a:rPr>
              <a:t> </a:t>
            </a:r>
            <a:endParaRPr lang="en-US" dirty="0"/>
          </a:p>
          <a:p>
            <a:endParaRPr lang="en-US" dirty="0"/>
          </a:p>
        </p:txBody>
      </p:sp>
      <p:sp>
        <p:nvSpPr>
          <p:cNvPr id="14" name="TextBox 13">
            <a:extLst>
              <a:ext uri="{FF2B5EF4-FFF2-40B4-BE49-F238E27FC236}">
                <a16:creationId xmlns:a16="http://schemas.microsoft.com/office/drawing/2014/main" id="{4BCD0A65-8431-006C-F15D-B9787EE00E09}"/>
              </a:ext>
            </a:extLst>
          </p:cNvPr>
          <p:cNvSpPr txBox="1"/>
          <p:nvPr/>
        </p:nvSpPr>
        <p:spPr>
          <a:xfrm>
            <a:off x="2022764" y="3231413"/>
            <a:ext cx="1939636" cy="395173"/>
          </a:xfrm>
          <a:prstGeom prst="rect">
            <a:avLst/>
          </a:prstGeom>
          <a:noFill/>
        </p:spPr>
        <p:txBody>
          <a:bodyPr wrap="square">
            <a:spAutoFit/>
          </a:bodyPr>
          <a:lstStyle/>
          <a:p>
            <a:pPr marL="228600" marR="0" algn="ctr">
              <a:lnSpc>
                <a:spcPct val="115000"/>
              </a:lnSpc>
              <a:spcAft>
                <a:spcPts val="800"/>
              </a:spcAft>
            </a:pPr>
            <a:r>
              <a:rPr lang="en-US" sz="1800" b="1" kern="100" dirty="0">
                <a:ln>
                  <a:noFill/>
                </a:ln>
                <a:solidFill>
                  <a:srgbClr val="196B24"/>
                </a:solidFill>
                <a:effectLst/>
                <a:latin typeface="Aptos" panose="020B0004020202020204" pitchFamily="34" charset="0"/>
                <a:ea typeface="Aptos" panose="020B0004020202020204" pitchFamily="34" charset="0"/>
                <a:cs typeface="Times New Roman" panose="02020603050405020304" pitchFamily="18" charset="0"/>
              </a:rPr>
              <a:t>AD GROUP 1</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53629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0ABE150-0F7E-4244-C7C7-CC9F998A627D}"/>
              </a:ext>
            </a:extLst>
          </p:cNvPr>
          <p:cNvSpPr txBox="1"/>
          <p:nvPr/>
        </p:nvSpPr>
        <p:spPr>
          <a:xfrm>
            <a:off x="6312849" y="4508133"/>
            <a:ext cx="5544908" cy="203132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a:solidFill>
                  <a:schemeClr val="bg1"/>
                </a:solidFill>
                <a:latin typeface="-webkit-standard"/>
              </a:rPr>
              <a:t>The chart shows the weekly distribution of impressions for the campaign. Week 1 (7.2%) had the least, indicating a gradual ramp-up in performance over time, peaking in the later weeks. The second-highest share of impressions occurred in Week 3, showing strong performance. Week 6 (30.2%) had the highest visibility indicating increased ad spend, better targeting, or improved ad performance.</a:t>
            </a:r>
            <a:endParaRPr lang="en-US" dirty="0">
              <a:solidFill>
                <a:schemeClr val="bg1"/>
              </a:solidFill>
            </a:endParaRPr>
          </a:p>
        </p:txBody>
      </p:sp>
      <p:sp>
        <p:nvSpPr>
          <p:cNvPr id="9" name="TextBox 8">
            <a:extLst>
              <a:ext uri="{FF2B5EF4-FFF2-40B4-BE49-F238E27FC236}">
                <a16:creationId xmlns:a16="http://schemas.microsoft.com/office/drawing/2014/main" id="{7472D198-D6BB-BEFF-83AE-002EFDFC4CD1}"/>
              </a:ext>
            </a:extLst>
          </p:cNvPr>
          <p:cNvSpPr txBox="1"/>
          <p:nvPr/>
        </p:nvSpPr>
        <p:spPr>
          <a:xfrm>
            <a:off x="7821880" y="554320"/>
            <a:ext cx="3135086" cy="430887"/>
          </a:xfrm>
          <a:prstGeom prst="rect">
            <a:avLst/>
          </a:prstGeom>
          <a:noFill/>
        </p:spPr>
        <p:txBody>
          <a:bodyPr wrap="square">
            <a:spAutoFit/>
          </a:bodyPr>
          <a:lstStyle/>
          <a:p>
            <a:pPr algn="ctr"/>
            <a:r>
              <a:rPr lang="en-US" sz="2200" b="1" cap="none" spc="0" dirty="0">
                <a:ln/>
                <a:solidFill>
                  <a:schemeClr val="accent3"/>
                </a:solidFill>
                <a:effectLst/>
              </a:rPr>
              <a:t>Impressions</a:t>
            </a:r>
          </a:p>
        </p:txBody>
      </p:sp>
      <p:sp>
        <p:nvSpPr>
          <p:cNvPr id="12" name="Text Box 1">
            <a:extLst>
              <a:ext uri="{FF2B5EF4-FFF2-40B4-BE49-F238E27FC236}">
                <a16:creationId xmlns:a16="http://schemas.microsoft.com/office/drawing/2014/main" id="{AE826068-1670-AD10-C17F-2D148970C7CC}"/>
              </a:ext>
            </a:extLst>
          </p:cNvPr>
          <p:cNvSpPr txBox="1"/>
          <p:nvPr/>
        </p:nvSpPr>
        <p:spPr>
          <a:xfrm>
            <a:off x="1136279" y="554320"/>
            <a:ext cx="3390265" cy="554355"/>
          </a:xfrm>
          <a:prstGeom prst="rect">
            <a:avLst/>
          </a:prstGeom>
          <a:noFill/>
          <a:ln>
            <a:noFill/>
          </a:ln>
        </p:spPr>
        <p:txBody>
          <a:bodyPr rot="0" spcFirstLastPara="0" vert="horz" wrap="square" lIns="91440" tIns="45720" rIns="91440" bIns="45720" numCol="1" spcCol="0" rtlCol="0" fromWordArt="0" anchor="t" anchorCtr="0" forceAA="0" compatLnSpc="1">
            <a:prstTxWarp prst="textNoShape">
              <a:avLst/>
            </a:prstTxWarp>
            <a:noAutofit/>
            <a:scene3d>
              <a:camera prst="orthographicFront"/>
              <a:lightRig rig="harsh" dir="t"/>
            </a:scene3d>
            <a:sp3d extrusionH="57150" prstMaterial="matte">
              <a:bevelT w="63500" h="12700" prst="angle"/>
              <a:contourClr>
                <a:schemeClr val="bg1">
                  <a:lumMod val="65000"/>
                </a:schemeClr>
              </a:contourClr>
            </a:sp3d>
          </a:bodyPr>
          <a:lstStyle/>
          <a:p>
            <a:pPr marL="0" marR="0" algn="ctr">
              <a:lnSpc>
                <a:spcPct val="115000"/>
              </a:lnSpc>
              <a:spcAft>
                <a:spcPts val="800"/>
              </a:spcAft>
            </a:pPr>
            <a:r>
              <a:rPr lang="en-US" sz="2200" b="1" kern="100" dirty="0">
                <a:ln>
                  <a:noFill/>
                </a:ln>
                <a:solidFill>
                  <a:srgbClr val="196B24"/>
                </a:solidFill>
                <a:effectLst/>
                <a:latin typeface="Aptos" panose="020B0004020202020204" pitchFamily="34" charset="0"/>
                <a:ea typeface="Aptos" panose="020B0004020202020204" pitchFamily="34" charset="0"/>
                <a:cs typeface="Times New Roman" panose="02020603050405020304" pitchFamily="18" charset="0"/>
              </a:rPr>
              <a:t>Click-Through Rates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DC47DBD9-930A-23EF-9399-1D62BFDB1227}"/>
              </a:ext>
            </a:extLst>
          </p:cNvPr>
          <p:cNvSpPr txBox="1"/>
          <p:nvPr/>
        </p:nvSpPr>
        <p:spPr>
          <a:xfrm>
            <a:off x="177798" y="4530576"/>
            <a:ext cx="5544908"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1800" kern="100" dirty="0">
                <a:solidFill>
                  <a:schemeClr val="bg1"/>
                </a:solidFill>
                <a:effectLst/>
                <a:ea typeface="Aptos" panose="020B0004020202020204" pitchFamily="34" charset="0"/>
                <a:cs typeface="Times New Roman" panose="02020603050405020304" pitchFamily="18" charset="0"/>
              </a:rPr>
              <a:t>Week 1 showed a strong CTR of 9.5%, indicating effective targeting and ad relevance. Week 2 saw a drop to 5.0%, but Weeks 3 and 4 saw a steady recovery with adjustments with improved ad copy and keyword optimization. Week 6 saw a sharp increase to 18.0%, indicating highly optimized campaign elements with more relevant keywords and better-Quality Scores.</a:t>
            </a:r>
            <a:endParaRPr lang="en-US" dirty="0">
              <a:solidFill>
                <a:schemeClr val="bg1"/>
              </a:solidFill>
            </a:endParaRPr>
          </a:p>
        </p:txBody>
      </p:sp>
      <p:pic>
        <p:nvPicPr>
          <p:cNvPr id="2" name="Picture 1">
            <a:extLst>
              <a:ext uri="{FF2B5EF4-FFF2-40B4-BE49-F238E27FC236}">
                <a16:creationId xmlns:a16="http://schemas.microsoft.com/office/drawing/2014/main" id="{B3EBD4D6-72AF-D372-5DD5-25B7B9C0606E}"/>
              </a:ext>
            </a:extLst>
          </p:cNvPr>
          <p:cNvPicPr>
            <a:picLocks noChangeAspect="1"/>
          </p:cNvPicPr>
          <p:nvPr/>
        </p:nvPicPr>
        <p:blipFill>
          <a:blip r:embed="rId2"/>
          <a:stretch>
            <a:fillRect/>
          </a:stretch>
        </p:blipFill>
        <p:spPr>
          <a:xfrm>
            <a:off x="395853" y="1077718"/>
            <a:ext cx="5176374" cy="3431691"/>
          </a:xfrm>
          <a:prstGeom prst="rect">
            <a:avLst/>
          </a:prstGeom>
        </p:spPr>
      </p:pic>
      <p:pic>
        <p:nvPicPr>
          <p:cNvPr id="3" name="Picture 2">
            <a:extLst>
              <a:ext uri="{FF2B5EF4-FFF2-40B4-BE49-F238E27FC236}">
                <a16:creationId xmlns:a16="http://schemas.microsoft.com/office/drawing/2014/main" id="{647E3AFD-FC7F-0089-3967-AD89330B9145}"/>
              </a:ext>
            </a:extLst>
          </p:cNvPr>
          <p:cNvPicPr>
            <a:picLocks noChangeAspect="1"/>
          </p:cNvPicPr>
          <p:nvPr/>
        </p:nvPicPr>
        <p:blipFill>
          <a:blip r:embed="rId3"/>
          <a:stretch>
            <a:fillRect/>
          </a:stretch>
        </p:blipFill>
        <p:spPr>
          <a:xfrm>
            <a:off x="7323132" y="1077717"/>
            <a:ext cx="3962652" cy="3431691"/>
          </a:xfrm>
          <a:prstGeom prst="rect">
            <a:avLst/>
          </a:prstGeom>
        </p:spPr>
      </p:pic>
    </p:spTree>
    <p:extLst>
      <p:ext uri="{BB962C8B-B14F-4D97-AF65-F5344CB8AC3E}">
        <p14:creationId xmlns:p14="http://schemas.microsoft.com/office/powerpoint/2010/main" val="1294436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1">
            <a:extLst>
              <a:ext uri="{FF2B5EF4-FFF2-40B4-BE49-F238E27FC236}">
                <a16:creationId xmlns:a16="http://schemas.microsoft.com/office/drawing/2014/main" id="{E12C0F6C-E01C-A9F5-4D77-E1326172364E}"/>
              </a:ext>
            </a:extLst>
          </p:cNvPr>
          <p:cNvSpPr txBox="1"/>
          <p:nvPr/>
        </p:nvSpPr>
        <p:spPr>
          <a:xfrm>
            <a:off x="348179" y="4264867"/>
            <a:ext cx="4805711" cy="2246770"/>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Aft>
                <a:spcPts val="800"/>
              </a:spcAft>
            </a:pPr>
            <a:r>
              <a:rPr lang="en-US" sz="2400" b="1" kern="100" dirty="0">
                <a:effectLst/>
                <a:latin typeface="Aldhabi" pitchFamily="2" charset="-78"/>
                <a:ea typeface="Aptos" panose="020B0004020202020204" pitchFamily="34" charset="0"/>
                <a:cs typeface="Aldhabi" pitchFamily="2" charset="-78"/>
              </a:rPr>
              <a:t>The weekly Cost/Conversion rates vary significantly, with Week 4 showing the best success at 8.30%. Weeks 2 and 3 indicate a downward trend, whereas Weeks 4 and 5 rebound significantly. Overall, the later weeks (Weeks 4-6) outperformed Weeks 1-3.</a:t>
            </a:r>
            <a:endParaRPr lang="en-US" sz="2400" kern="100" dirty="0">
              <a:effectLst/>
              <a:latin typeface="Aldhabi" pitchFamily="2" charset="-78"/>
              <a:ea typeface="Aptos" panose="020B0004020202020204" pitchFamily="34" charset="0"/>
              <a:cs typeface="Aldhabi" pitchFamily="2" charset="-78"/>
            </a:endParaRPr>
          </a:p>
        </p:txBody>
      </p:sp>
      <p:pic>
        <p:nvPicPr>
          <p:cNvPr id="7" name="Picture 6">
            <a:extLst>
              <a:ext uri="{FF2B5EF4-FFF2-40B4-BE49-F238E27FC236}">
                <a16:creationId xmlns:a16="http://schemas.microsoft.com/office/drawing/2014/main" id="{2C78F1D7-E1A8-C8BD-320C-166BF2F41EF9}"/>
              </a:ext>
            </a:extLst>
          </p:cNvPr>
          <p:cNvPicPr>
            <a:picLocks noChangeAspect="1"/>
          </p:cNvPicPr>
          <p:nvPr/>
        </p:nvPicPr>
        <p:blipFill>
          <a:blip r:embed="rId2"/>
          <a:stretch>
            <a:fillRect/>
          </a:stretch>
        </p:blipFill>
        <p:spPr>
          <a:xfrm>
            <a:off x="6749470" y="364140"/>
            <a:ext cx="4541983" cy="3816010"/>
          </a:xfrm>
          <a:prstGeom prst="rect">
            <a:avLst/>
          </a:prstGeom>
        </p:spPr>
      </p:pic>
      <p:sp>
        <p:nvSpPr>
          <p:cNvPr id="9" name="TextBox 8">
            <a:extLst>
              <a:ext uri="{FF2B5EF4-FFF2-40B4-BE49-F238E27FC236}">
                <a16:creationId xmlns:a16="http://schemas.microsoft.com/office/drawing/2014/main" id="{5A663646-4624-8A6E-3310-2D3747CD540E}"/>
              </a:ext>
            </a:extLst>
          </p:cNvPr>
          <p:cNvSpPr txBox="1"/>
          <p:nvPr/>
        </p:nvSpPr>
        <p:spPr>
          <a:xfrm>
            <a:off x="6749470" y="4264867"/>
            <a:ext cx="4805711" cy="224676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2800" dirty="0">
                <a:solidFill>
                  <a:schemeClr val="bg1"/>
                </a:solidFill>
                <a:latin typeface="Aldhabi" pitchFamily="2" charset="-78"/>
                <a:cs typeface="Aldhabi" pitchFamily="2" charset="-78"/>
              </a:rPr>
              <a:t>During the campaign, most people preferred to browse on mobile devices rather than tablets or laptops (fig.).</a:t>
            </a:r>
          </a:p>
          <a:p>
            <a:r>
              <a:rPr lang="en-US" sz="2800" dirty="0">
                <a:solidFill>
                  <a:schemeClr val="bg1"/>
                </a:solidFill>
                <a:latin typeface="Aldhabi" pitchFamily="2" charset="-78"/>
                <a:cs typeface="Aldhabi" pitchFamily="2" charset="-78"/>
              </a:rPr>
              <a:t>Mobile devices generated the majority of clicks and impressions.</a:t>
            </a:r>
          </a:p>
        </p:txBody>
      </p:sp>
      <p:pic>
        <p:nvPicPr>
          <p:cNvPr id="2" name="Picture 1">
            <a:extLst>
              <a:ext uri="{FF2B5EF4-FFF2-40B4-BE49-F238E27FC236}">
                <a16:creationId xmlns:a16="http://schemas.microsoft.com/office/drawing/2014/main" id="{962781FD-E27E-FD0B-2E8F-8348269BAAA9}"/>
              </a:ext>
            </a:extLst>
          </p:cNvPr>
          <p:cNvPicPr>
            <a:picLocks noChangeAspect="1"/>
          </p:cNvPicPr>
          <p:nvPr/>
        </p:nvPicPr>
        <p:blipFill>
          <a:blip r:embed="rId3"/>
          <a:stretch>
            <a:fillRect/>
          </a:stretch>
        </p:blipFill>
        <p:spPr>
          <a:xfrm>
            <a:off x="134706" y="646429"/>
            <a:ext cx="5521298" cy="3251431"/>
          </a:xfrm>
          <a:prstGeom prst="rect">
            <a:avLst/>
          </a:prstGeom>
        </p:spPr>
      </p:pic>
    </p:spTree>
    <p:extLst>
      <p:ext uri="{BB962C8B-B14F-4D97-AF65-F5344CB8AC3E}">
        <p14:creationId xmlns:p14="http://schemas.microsoft.com/office/powerpoint/2010/main" val="254635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47A3059-69F2-4E12-ACD8-A5FE28191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BBE7331-3E6E-C171-08D6-234A43103A41}"/>
              </a:ext>
            </a:extLst>
          </p:cNvPr>
          <p:cNvSpPr txBox="1"/>
          <p:nvPr/>
        </p:nvSpPr>
        <p:spPr>
          <a:xfrm>
            <a:off x="7521181" y="1302978"/>
            <a:ext cx="4603001" cy="1087819"/>
          </a:xfrm>
          <a:prstGeom prst="rect">
            <a:avLst/>
          </a:prstGeom>
        </p:spPr>
        <p:txBody>
          <a:bodyPr vert="horz" lIns="91440" tIns="45720" rIns="91440" bIns="45720" rtlCol="0" anchor="b">
            <a:noAutofit/>
          </a:bodyPr>
          <a:lstStyle/>
          <a:p>
            <a:pPr>
              <a:lnSpc>
                <a:spcPct val="90000"/>
              </a:lnSpc>
              <a:spcBef>
                <a:spcPct val="0"/>
              </a:spcBef>
              <a:spcAft>
                <a:spcPts val="600"/>
              </a:spcAft>
            </a:pPr>
            <a:r>
              <a:rPr lang="en-US" sz="4400" b="1" kern="120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kayaKanadaka" panose="02010502080401010103" pitchFamily="2" charset="77"/>
                <a:ea typeface="+mj-ea"/>
                <a:cs typeface="AkayaKanadaka" panose="02010502080401010103" pitchFamily="2" charset="77"/>
              </a:rPr>
              <a:t>Keywords Performance</a:t>
            </a:r>
          </a:p>
        </p:txBody>
      </p:sp>
      <p:pic>
        <p:nvPicPr>
          <p:cNvPr id="4" name="Picture 3" descr="A screenshot of a keyword&#10;&#10;Description automatically generated">
            <a:extLst>
              <a:ext uri="{FF2B5EF4-FFF2-40B4-BE49-F238E27FC236}">
                <a16:creationId xmlns:a16="http://schemas.microsoft.com/office/drawing/2014/main" id="{D081FD66-76A9-EE10-C700-2EF4A3C8EA97}"/>
              </a:ext>
            </a:extLst>
          </p:cNvPr>
          <p:cNvPicPr>
            <a:picLocks noChangeAspect="1"/>
          </p:cNvPicPr>
          <p:nvPr/>
        </p:nvPicPr>
        <p:blipFill>
          <a:blip r:embed="rId2"/>
          <a:stretch>
            <a:fillRect/>
          </a:stretch>
        </p:blipFill>
        <p:spPr>
          <a:xfrm>
            <a:off x="443345" y="730958"/>
            <a:ext cx="6250063" cy="5340730"/>
          </a:xfrm>
          <a:prstGeom prst="rect">
            <a:avLst/>
          </a:prstGeom>
        </p:spPr>
      </p:pic>
      <p:sp>
        <p:nvSpPr>
          <p:cNvPr id="18" name="Rectangle 17">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383398"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55" y="2285541"/>
            <a:ext cx="4526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TextBox 5">
            <a:extLst>
              <a:ext uri="{FF2B5EF4-FFF2-40B4-BE49-F238E27FC236}">
                <a16:creationId xmlns:a16="http://schemas.microsoft.com/office/drawing/2014/main" id="{EB09679B-D836-70AC-910B-7CEB2EDF6B39}"/>
              </a:ext>
            </a:extLst>
          </p:cNvPr>
          <p:cNvSpPr txBox="1"/>
          <p:nvPr/>
        </p:nvSpPr>
        <p:spPr>
          <a:xfrm>
            <a:off x="7145654" y="2390797"/>
            <a:ext cx="4603001" cy="4351932"/>
          </a:xfrm>
          <a:prstGeom prst="rect">
            <a:avLst/>
          </a:prstGeom>
        </p:spPr>
        <p:style>
          <a:lnRef idx="1">
            <a:schemeClr val="accent4"/>
          </a:lnRef>
          <a:fillRef idx="3">
            <a:schemeClr val="accent4"/>
          </a:fillRef>
          <a:effectRef idx="2">
            <a:schemeClr val="accent4"/>
          </a:effectRef>
          <a:fontRef idx="minor">
            <a:schemeClr val="lt1"/>
          </a:fontRef>
        </p:style>
        <p:txBody>
          <a:bodyPr vert="horz" lIns="91440" tIns="45720" rIns="91440" bIns="45720" rtlCol="0">
            <a:noAutofit/>
          </a:bodyPr>
          <a:lstStyle/>
          <a:p>
            <a:pPr>
              <a:lnSpc>
                <a:spcPct val="90000"/>
              </a:lnSpc>
              <a:spcAft>
                <a:spcPts val="600"/>
              </a:spcAft>
            </a:pPr>
            <a:r>
              <a:rPr lang="en-US" sz="2800" dirty="0">
                <a:solidFill>
                  <a:schemeClr val="bg1"/>
                </a:solidFill>
              </a:rPr>
              <a:t>Keywords such as "Online Marketing Analytics courses" and "Scholarships for international students" generate majority of clicks but at higher costs (e.g., "scholarships for international students")show strong CTR, indicating optimization chances.</a:t>
            </a:r>
          </a:p>
        </p:txBody>
      </p:sp>
    </p:spTree>
    <p:extLst>
      <p:ext uri="{BB962C8B-B14F-4D97-AF65-F5344CB8AC3E}">
        <p14:creationId xmlns:p14="http://schemas.microsoft.com/office/powerpoint/2010/main" val="48916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4" name="Rectangle 23">
            <a:extLst>
              <a:ext uri="{FF2B5EF4-FFF2-40B4-BE49-F238E27FC236}">
                <a16:creationId xmlns:a16="http://schemas.microsoft.com/office/drawing/2014/main" id="{97E80CA5-75F7-9F95-2C8A-ACAC9937C466}"/>
              </a:ext>
            </a:extLst>
          </p:cNvPr>
          <p:cNvSpPr/>
          <p:nvPr/>
        </p:nvSpPr>
        <p:spPr>
          <a:xfrm>
            <a:off x="1042828" y="272772"/>
            <a:ext cx="4772975" cy="119918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cap="none" spc="0" dirty="0">
                <a:ln w="9525">
                  <a:solidFill>
                    <a:schemeClr val="bg1"/>
                  </a:solidFill>
                  <a:prstDash val="solid"/>
                </a:ln>
                <a:effectLst>
                  <a:outerShdw blurRad="12700" dist="38100" dir="2700000" algn="tl" rotWithShape="0">
                    <a:schemeClr val="bg1">
                      <a:lumMod val="50000"/>
                    </a:schemeClr>
                  </a:outerShdw>
                </a:effectLst>
                <a:latin typeface="+mj-lt"/>
                <a:ea typeface="+mj-ea"/>
                <a:cs typeface="+mj-cs"/>
              </a:rPr>
              <a:t>Geographic Target</a:t>
            </a:r>
          </a:p>
        </p:txBody>
      </p:sp>
      <p:sp>
        <p:nvSpPr>
          <p:cNvPr id="18" name="TextBox 17">
            <a:extLst>
              <a:ext uri="{FF2B5EF4-FFF2-40B4-BE49-F238E27FC236}">
                <a16:creationId xmlns:a16="http://schemas.microsoft.com/office/drawing/2014/main" id="{EC700B5C-8DC2-16EB-B112-2F8670FB4C6C}"/>
              </a:ext>
            </a:extLst>
          </p:cNvPr>
          <p:cNvSpPr txBox="1"/>
          <p:nvPr/>
        </p:nvSpPr>
        <p:spPr>
          <a:xfrm>
            <a:off x="851970" y="1652209"/>
            <a:ext cx="4772974" cy="3553581"/>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2500" b="0" i="0" u="none" strike="noStrike" dirty="0">
                <a:solidFill>
                  <a:schemeClr val="bg1">
                    <a:lumMod val="50000"/>
                  </a:schemeClr>
                </a:solidFill>
                <a:effectLst/>
                <a:latin typeface="Apple Chancery" panose="03020702040506060504" pitchFamily="66" charset="-79"/>
                <a:cs typeface="Apple Chancery" panose="03020702040506060504" pitchFamily="66" charset="-79"/>
              </a:rPr>
              <a:t>The ads have primarily engaged users in the New Delhi region, including nearby areas such as Gurugram, Noida, and Faridabad.</a:t>
            </a:r>
          </a:p>
          <a:p>
            <a:pPr indent="-228600">
              <a:lnSpc>
                <a:spcPct val="90000"/>
              </a:lnSpc>
              <a:spcAft>
                <a:spcPts val="600"/>
              </a:spcAft>
              <a:buFont typeface="Arial" panose="020B0604020202020204" pitchFamily="34" charset="0"/>
              <a:buChar char="•"/>
            </a:pPr>
            <a:endParaRPr lang="en-US" sz="2500" dirty="0">
              <a:solidFill>
                <a:schemeClr val="bg1">
                  <a:lumMod val="50000"/>
                </a:schemeClr>
              </a:solidFill>
              <a:latin typeface="Apple Chancery" panose="03020702040506060504" pitchFamily="66" charset="-79"/>
              <a:cs typeface="Apple Chancery" panose="03020702040506060504" pitchFamily="66" charset="-79"/>
            </a:endParaRPr>
          </a:p>
          <a:p>
            <a:pPr indent="-228600">
              <a:lnSpc>
                <a:spcPct val="90000"/>
              </a:lnSpc>
              <a:spcAft>
                <a:spcPts val="600"/>
              </a:spcAft>
              <a:buFont typeface="Arial" panose="020B0604020202020204" pitchFamily="34" charset="0"/>
              <a:buChar char="•"/>
            </a:pPr>
            <a:r>
              <a:rPr lang="en-US" sz="2500" b="0" i="0" u="none" strike="noStrike" dirty="0">
                <a:solidFill>
                  <a:schemeClr val="bg1">
                    <a:lumMod val="50000"/>
                  </a:schemeClr>
                </a:solidFill>
                <a:effectLst/>
                <a:latin typeface="Apple Chancery" panose="03020702040506060504" pitchFamily="66" charset="-79"/>
                <a:cs typeface="Apple Chancery" panose="03020702040506060504" pitchFamily="66" charset="-79"/>
              </a:rPr>
              <a:t>The ads reached </a:t>
            </a:r>
            <a:r>
              <a:rPr lang="en-US" sz="2800" b="0" i="0" u="none" strike="noStrike" dirty="0">
                <a:solidFill>
                  <a:schemeClr val="bg1">
                    <a:lumMod val="50000"/>
                  </a:schemeClr>
                </a:solidFill>
                <a:effectLst/>
                <a:latin typeface="Apple Chancery" panose="03020702040506060504" pitchFamily="66" charset="-79"/>
                <a:cs typeface="Apple Chancery" panose="03020702040506060504" pitchFamily="66" charset="-79"/>
              </a:rPr>
              <a:t>majority</a:t>
            </a:r>
            <a:r>
              <a:rPr lang="en-US" sz="2500" b="0" i="0" u="none" strike="noStrike" dirty="0">
                <a:solidFill>
                  <a:schemeClr val="bg1">
                    <a:lumMod val="50000"/>
                  </a:schemeClr>
                </a:solidFill>
                <a:effectLst/>
                <a:latin typeface="Apple Chancery" panose="03020702040506060504" pitchFamily="66" charset="-79"/>
                <a:cs typeface="Apple Chancery" panose="03020702040506060504" pitchFamily="66" charset="-79"/>
              </a:rPr>
              <a:t> of users aged </a:t>
            </a:r>
            <a:r>
              <a:rPr lang="en-US" sz="2500" b="1" i="0" u="none" strike="noStrike" dirty="0">
                <a:solidFill>
                  <a:schemeClr val="bg1">
                    <a:lumMod val="50000"/>
                  </a:schemeClr>
                </a:solidFill>
                <a:effectLst/>
                <a:latin typeface="APPLE CHANCERY" panose="03020702040506060504" pitchFamily="66" charset="-79"/>
                <a:cs typeface="APPLE CHANCERY" panose="03020702040506060504" pitchFamily="66" charset="-79"/>
              </a:rPr>
              <a:t>18-34</a:t>
            </a:r>
            <a:r>
              <a:rPr lang="en-US" sz="2500" b="0" i="0" u="none" strike="noStrike" dirty="0">
                <a:solidFill>
                  <a:schemeClr val="bg1">
                    <a:lumMod val="50000"/>
                  </a:schemeClr>
                </a:solidFill>
                <a:effectLst/>
                <a:latin typeface="Apple Chancery" panose="03020702040506060504" pitchFamily="66" charset="-79"/>
                <a:cs typeface="Apple Chancery" panose="03020702040506060504" pitchFamily="66" charset="-79"/>
              </a:rPr>
              <a:t>, Minimal engagement is observed among older age groups (35+), indicating that the target audience skews younger.</a:t>
            </a:r>
          </a:p>
          <a:p>
            <a:pPr indent="-228600">
              <a:lnSpc>
                <a:spcPct val="90000"/>
              </a:lnSpc>
              <a:spcAft>
                <a:spcPts val="600"/>
              </a:spcAft>
              <a:buFont typeface="Arial" panose="020B0604020202020204" pitchFamily="34" charset="0"/>
              <a:buChar char="•"/>
            </a:pPr>
            <a:endParaRPr lang="en-US" sz="2500" dirty="0">
              <a:solidFill>
                <a:schemeClr val="bg1">
                  <a:lumMod val="50000"/>
                </a:schemeClr>
              </a:solidFill>
              <a:latin typeface="Apple Chancery" panose="03020702040506060504" pitchFamily="66" charset="-79"/>
              <a:cs typeface="Apple Chancery" panose="03020702040506060504" pitchFamily="66" charset="-79"/>
            </a:endParaRPr>
          </a:p>
        </p:txBody>
      </p:sp>
      <p:pic>
        <p:nvPicPr>
          <p:cNvPr id="5" name="Picture 4" descr="A screenshot of a computer&#10;&#10;Description automatically generated">
            <a:extLst>
              <a:ext uri="{FF2B5EF4-FFF2-40B4-BE49-F238E27FC236}">
                <a16:creationId xmlns:a16="http://schemas.microsoft.com/office/drawing/2014/main" id="{2AA480E7-291C-0188-CD82-874F556B23A9}"/>
              </a:ext>
            </a:extLst>
          </p:cNvPr>
          <p:cNvPicPr>
            <a:picLocks noChangeAspect="1"/>
          </p:cNvPicPr>
          <p:nvPr/>
        </p:nvPicPr>
        <p:blipFill>
          <a:blip r:embed="rId2"/>
          <a:stretch>
            <a:fillRect/>
          </a:stretch>
        </p:blipFill>
        <p:spPr>
          <a:xfrm>
            <a:off x="8114225" y="196518"/>
            <a:ext cx="3671454" cy="2911382"/>
          </a:xfrm>
          <a:prstGeom prst="rect">
            <a:avLst/>
          </a:prstGeom>
        </p:spPr>
      </p:pic>
      <p:pic>
        <p:nvPicPr>
          <p:cNvPr id="6" name="Picture 5" descr="A map of india with black text&#10;&#10;Description automatically generated">
            <a:extLst>
              <a:ext uri="{FF2B5EF4-FFF2-40B4-BE49-F238E27FC236}">
                <a16:creationId xmlns:a16="http://schemas.microsoft.com/office/drawing/2014/main" id="{57984B6E-0BB2-57DE-4312-476A13112894}"/>
              </a:ext>
            </a:extLst>
          </p:cNvPr>
          <p:cNvPicPr>
            <a:picLocks noChangeAspect="1"/>
          </p:cNvPicPr>
          <p:nvPr/>
        </p:nvPicPr>
        <p:blipFill>
          <a:blip r:embed="rId3"/>
          <a:stretch>
            <a:fillRect/>
          </a:stretch>
        </p:blipFill>
        <p:spPr>
          <a:xfrm>
            <a:off x="7915725" y="3009640"/>
            <a:ext cx="4068455" cy="3788749"/>
          </a:xfrm>
          <a:prstGeom prst="rect">
            <a:avLst/>
          </a:prstGeom>
        </p:spPr>
      </p:pic>
      <p:sp>
        <p:nvSpPr>
          <p:cNvPr id="10" name="TextBox 9">
            <a:extLst>
              <a:ext uri="{FF2B5EF4-FFF2-40B4-BE49-F238E27FC236}">
                <a16:creationId xmlns:a16="http://schemas.microsoft.com/office/drawing/2014/main" id="{570735FF-D0A5-8F8D-3F4C-DEA6DA331E7D}"/>
              </a:ext>
            </a:extLst>
          </p:cNvPr>
          <p:cNvSpPr txBox="1"/>
          <p:nvPr/>
        </p:nvSpPr>
        <p:spPr>
          <a:xfrm>
            <a:off x="1246824" y="2623381"/>
            <a:ext cx="4772974" cy="3553581"/>
          </a:xfrm>
          <a:prstGeom prst="rect">
            <a:avLst/>
          </a:prstGeom>
        </p:spPr>
        <p:txBody>
          <a:bodyPr vert="horz" lIns="91440" tIns="45720" rIns="91440" bIns="45720" rtlCol="0">
            <a:normAutofit/>
          </a:bodyPr>
          <a:lstStyle/>
          <a:p>
            <a:pPr>
              <a:lnSpc>
                <a:spcPct val="90000"/>
              </a:lnSpc>
              <a:spcAft>
                <a:spcPts val="600"/>
              </a:spcAft>
            </a:pPr>
            <a:endParaRPr lang="en-US" sz="2000" dirty="0"/>
          </a:p>
        </p:txBody>
      </p:sp>
    </p:spTree>
    <p:extLst>
      <p:ext uri="{BB962C8B-B14F-4D97-AF65-F5344CB8AC3E}">
        <p14:creationId xmlns:p14="http://schemas.microsoft.com/office/powerpoint/2010/main" val="177149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050F-49C2-48E3-44C4-E1C20A1E4C5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685B02DC-E3CB-2023-CA08-34960320F805}"/>
              </a:ext>
            </a:extLst>
          </p:cNvPr>
          <p:cNvSpPr txBox="1"/>
          <p:nvPr/>
        </p:nvSpPr>
        <p:spPr>
          <a:xfrm>
            <a:off x="658091" y="627179"/>
            <a:ext cx="3255819" cy="1754326"/>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GOOGLE </a:t>
            </a:r>
          </a:p>
          <a:p>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DISPLAY</a:t>
            </a:r>
          </a:p>
        </p:txBody>
      </p:sp>
      <p:graphicFrame>
        <p:nvGraphicFramePr>
          <p:cNvPr id="12" name="TextBox 4">
            <a:extLst>
              <a:ext uri="{FF2B5EF4-FFF2-40B4-BE49-F238E27FC236}">
                <a16:creationId xmlns:a16="http://schemas.microsoft.com/office/drawing/2014/main" id="{C0CA4B01-3BDB-7554-9DDE-AC4B06D50605}"/>
              </a:ext>
            </a:extLst>
          </p:cNvPr>
          <p:cNvGraphicFramePr/>
          <p:nvPr>
            <p:extLst>
              <p:ext uri="{D42A27DB-BD31-4B8C-83A1-F6EECF244321}">
                <p14:modId xmlns:p14="http://schemas.microsoft.com/office/powerpoint/2010/main" val="1283997279"/>
              </p:ext>
            </p:extLst>
          </p:nvPr>
        </p:nvGraphicFramePr>
        <p:xfrm>
          <a:off x="4702629" y="335952"/>
          <a:ext cx="6651171" cy="2856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2E4FF9F3-36F2-33F1-388A-DACE526A1FEF}"/>
              </a:ext>
            </a:extLst>
          </p:cNvPr>
          <p:cNvPicPr>
            <a:picLocks noChangeAspect="1"/>
          </p:cNvPicPr>
          <p:nvPr/>
        </p:nvPicPr>
        <p:blipFill>
          <a:blip r:embed="rId7"/>
          <a:stretch>
            <a:fillRect/>
          </a:stretch>
        </p:blipFill>
        <p:spPr>
          <a:xfrm>
            <a:off x="207818" y="3325091"/>
            <a:ext cx="11665527" cy="3532909"/>
          </a:xfrm>
          <a:prstGeom prst="rect">
            <a:avLst/>
          </a:prstGeom>
        </p:spPr>
      </p:pic>
    </p:spTree>
    <p:extLst>
      <p:ext uri="{BB962C8B-B14F-4D97-AF65-F5344CB8AC3E}">
        <p14:creationId xmlns:p14="http://schemas.microsoft.com/office/powerpoint/2010/main" val="1532453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23"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7" name="TextBox 4">
            <a:extLst>
              <a:ext uri="{FF2B5EF4-FFF2-40B4-BE49-F238E27FC236}">
                <a16:creationId xmlns:a16="http://schemas.microsoft.com/office/drawing/2014/main" id="{E7E15356-17BC-7F21-DA5D-CF94570E5659}"/>
              </a:ext>
            </a:extLst>
          </p:cNvPr>
          <p:cNvGraphicFramePr/>
          <p:nvPr>
            <p:extLst>
              <p:ext uri="{D42A27DB-BD31-4B8C-83A1-F6EECF244321}">
                <p14:modId xmlns:p14="http://schemas.microsoft.com/office/powerpoint/2010/main" val="975260177"/>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D0127159-9ECC-2DED-D02A-ED5EDB51AD77}"/>
              </a:ext>
            </a:extLst>
          </p:cNvPr>
          <p:cNvSpPr txBox="1"/>
          <p:nvPr/>
        </p:nvSpPr>
        <p:spPr>
          <a:xfrm>
            <a:off x="72747" y="0"/>
            <a:ext cx="4635070" cy="7212231"/>
          </a:xfrm>
          <a:prstGeom prst="rect">
            <a:avLst/>
          </a:prstGeom>
          <a:noFill/>
        </p:spPr>
        <p:txBody>
          <a:bodyPr wrap="square" rtlCol="0">
            <a:spAutoFit/>
          </a:bodyPr>
          <a:lstStyle/>
          <a:p>
            <a:pPr marL="0" marR="0">
              <a:lnSpc>
                <a:spcPct val="115000"/>
              </a:lnSpc>
              <a:spcAft>
                <a:spcPts val="800"/>
              </a:spcAft>
              <a:tabLst>
                <a:tab pos="2400300" algn="l"/>
              </a:tabLst>
            </a:pPr>
            <a:r>
              <a:rPr lang="en-US" sz="2000" b="1" kern="100"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t>According to the pre-campaign report initially our budget for the Display Campaign was $375 but we changed our budget allocation based on our Google ad performance during the initial weeks and ended to $291.</a:t>
            </a:r>
            <a:br>
              <a:rPr lang="en-US" sz="2000" b="1" kern="100"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br>
            <a:br>
              <a:rPr lang="en-US" sz="2000" b="1" kern="100"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br>
            <a:r>
              <a:rPr lang="en-US" sz="2000" b="1" kern="100"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t>Our final campaign reached 69.1k impressions, having 5.75k clicks with an average cost per click of 0.05%. With a click-through rate of 8.33% and a conversion rate of 292.</a:t>
            </a:r>
          </a:p>
          <a:p>
            <a:r>
              <a:rPr lang="en-US" sz="2000" b="1"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t>Our campaign has outperformed with a higher impressions and Click Through </a:t>
            </a:r>
            <a:r>
              <a:rPr lang="en-US" sz="2000" b="1" dirty="0">
                <a:solidFill>
                  <a:schemeClr val="bg1"/>
                </a:solidFill>
                <a:latin typeface="AkayaKanadaka" panose="02010502080401010103" pitchFamily="2" charset="77"/>
                <a:ea typeface="Aptos" panose="020B0004020202020204" pitchFamily="34" charset="0"/>
                <a:cs typeface="AkayaKanadaka" panose="02010502080401010103" pitchFamily="2" charset="77"/>
              </a:rPr>
              <a:t>R</a:t>
            </a:r>
            <a:r>
              <a:rPr lang="en-US" sz="2000" b="1"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t>ates.</a:t>
            </a:r>
            <a:endParaRPr lang="en-US" sz="2000" b="1" dirty="0">
              <a:solidFill>
                <a:schemeClr val="bg1"/>
              </a:solidFill>
              <a:effectLst/>
              <a:latin typeface="AkayaKanadaka" panose="02010502080401010103" pitchFamily="2" charset="77"/>
              <a:cs typeface="AkayaKanadaka" panose="02010502080401010103" pitchFamily="2" charset="77"/>
            </a:endParaRPr>
          </a:p>
          <a:p>
            <a:endParaRPr lang="en-US" sz="2000" b="1" dirty="0">
              <a:solidFill>
                <a:schemeClr val="bg1"/>
              </a:solidFill>
              <a:latin typeface="AkayaKanadaka" panose="02010502080401010103" pitchFamily="2" charset="77"/>
              <a:cs typeface="AkayaKanadaka" panose="02010502080401010103" pitchFamily="2" charset="77"/>
            </a:endParaRPr>
          </a:p>
          <a:p>
            <a:r>
              <a:rPr lang="en-US" sz="2000" b="1" dirty="0">
                <a:solidFill>
                  <a:schemeClr val="bg1"/>
                </a:solidFill>
                <a:effectLst/>
                <a:latin typeface="AkayaKanadaka" panose="02010502080401010103" pitchFamily="2" charset="77"/>
                <a:ea typeface="Aptos" panose="020B0004020202020204" pitchFamily="34" charset="0"/>
                <a:cs typeface="AkayaKanadaka" panose="02010502080401010103" pitchFamily="2" charset="77"/>
              </a:rPr>
              <a:t>For the first week, we allocated a budget of $5.02 proceeding to Week ( 2-4) $10.02 and gradually increased to $22.01 for rest of the campaign.</a:t>
            </a:r>
            <a:r>
              <a:rPr lang="en-US" sz="2000" b="1" dirty="0">
                <a:solidFill>
                  <a:schemeClr val="bg1"/>
                </a:solidFill>
                <a:effectLst/>
                <a:latin typeface="AkayaKanadaka" panose="02010502080401010103" pitchFamily="2" charset="77"/>
                <a:cs typeface="AkayaKanadaka" panose="02010502080401010103" pitchFamily="2" charset="77"/>
              </a:rPr>
              <a:t> </a:t>
            </a:r>
            <a:endParaRPr lang="en-US" sz="2000" b="1" dirty="0">
              <a:solidFill>
                <a:schemeClr val="bg1"/>
              </a:solidFill>
              <a:latin typeface="AkayaKanadaka" panose="02010502080401010103" pitchFamily="2" charset="77"/>
              <a:cs typeface="AkayaKanadaka" panose="02010502080401010103" pitchFamily="2" charset="77"/>
            </a:endParaRPr>
          </a:p>
          <a:p>
            <a:endParaRPr lang="en-US" sz="2000" b="1" dirty="0">
              <a:solidFill>
                <a:schemeClr val="bg1"/>
              </a:solidFill>
              <a:latin typeface="AkayaKanadaka" panose="02010502080401010103" pitchFamily="2" charset="77"/>
              <a:cs typeface="AkayaKanadaka" panose="02010502080401010103" pitchFamily="2" charset="77"/>
            </a:endParaRPr>
          </a:p>
        </p:txBody>
      </p:sp>
    </p:spTree>
    <p:extLst>
      <p:ext uri="{BB962C8B-B14F-4D97-AF65-F5344CB8AC3E}">
        <p14:creationId xmlns:p14="http://schemas.microsoft.com/office/powerpoint/2010/main" val="2461638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5D6E9"/>
            </a:gs>
            <a:gs pos="50000">
              <a:srgbClr val="F0B7ED"/>
            </a:gs>
            <a:gs pos="100000">
              <a:srgbClr val="AA1691"/>
            </a:gs>
          </a:gsLst>
          <a:path path="circle">
            <a:fillToRect l="100000" t="100000"/>
          </a:path>
          <a:tileRect r="-100000" b="-100000"/>
        </a:gradFill>
        <a:effectLst/>
      </p:bgPr>
    </p:bg>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9CE62796-294E-90C0-2E07-E9AFFBE9EEA8}"/>
              </a:ext>
            </a:extLst>
          </p:cNvPr>
          <p:cNvGraphicFramePr/>
          <p:nvPr>
            <p:extLst>
              <p:ext uri="{D42A27DB-BD31-4B8C-83A1-F6EECF244321}">
                <p14:modId xmlns:p14="http://schemas.microsoft.com/office/powerpoint/2010/main" val="1516643031"/>
              </p:ext>
            </p:extLst>
          </p:nvPr>
        </p:nvGraphicFramePr>
        <p:xfrm>
          <a:off x="6485616" y="269381"/>
          <a:ext cx="4966009" cy="4870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355E5B6E-0D22-286E-57A5-580518C7D659}"/>
              </a:ext>
            </a:extLst>
          </p:cNvPr>
          <p:cNvGraphicFramePr/>
          <p:nvPr>
            <p:extLst>
              <p:ext uri="{D42A27DB-BD31-4B8C-83A1-F6EECF244321}">
                <p14:modId xmlns:p14="http://schemas.microsoft.com/office/powerpoint/2010/main" val="2421126462"/>
              </p:ext>
            </p:extLst>
          </p:nvPr>
        </p:nvGraphicFramePr>
        <p:xfrm>
          <a:off x="0" y="269381"/>
          <a:ext cx="4966009" cy="475982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Rectangle 12">
            <a:extLst>
              <a:ext uri="{FF2B5EF4-FFF2-40B4-BE49-F238E27FC236}">
                <a16:creationId xmlns:a16="http://schemas.microsoft.com/office/drawing/2014/main" id="{A87B4CED-F6FA-FD3B-A843-73164CF3A912}"/>
              </a:ext>
            </a:extLst>
          </p:cNvPr>
          <p:cNvSpPr/>
          <p:nvPr/>
        </p:nvSpPr>
        <p:spPr>
          <a:xfrm>
            <a:off x="767016" y="2256335"/>
            <a:ext cx="3431976" cy="707886"/>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000" b="1" cap="none" spc="0" dirty="0">
                <a:ln/>
                <a:solidFill>
                  <a:schemeClr val="accent3"/>
                </a:solidFill>
                <a:effectLst/>
              </a:rPr>
              <a:t>AD Group 1</a:t>
            </a:r>
          </a:p>
        </p:txBody>
      </p:sp>
      <p:sp>
        <p:nvSpPr>
          <p:cNvPr id="14" name="Rectangle 13">
            <a:extLst>
              <a:ext uri="{FF2B5EF4-FFF2-40B4-BE49-F238E27FC236}">
                <a16:creationId xmlns:a16="http://schemas.microsoft.com/office/drawing/2014/main" id="{32DD2BE9-FFB5-9E6F-3757-A6DAD5CF12C7}"/>
              </a:ext>
            </a:extLst>
          </p:cNvPr>
          <p:cNvSpPr/>
          <p:nvPr/>
        </p:nvSpPr>
        <p:spPr>
          <a:xfrm>
            <a:off x="7252632" y="2255683"/>
            <a:ext cx="3431976" cy="707886"/>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4000" b="1" dirty="0">
                <a:ln/>
                <a:solidFill>
                  <a:schemeClr val="accent4"/>
                </a:solidFill>
              </a:rPr>
              <a:t>AD Group 2</a:t>
            </a:r>
          </a:p>
        </p:txBody>
      </p:sp>
      <p:sp>
        <p:nvSpPr>
          <p:cNvPr id="15" name="TextBox 14">
            <a:extLst>
              <a:ext uri="{FF2B5EF4-FFF2-40B4-BE49-F238E27FC236}">
                <a16:creationId xmlns:a16="http://schemas.microsoft.com/office/drawing/2014/main" id="{D6DA7AFD-7926-E4DA-EBDD-1BBF6821ACC6}"/>
              </a:ext>
            </a:extLst>
          </p:cNvPr>
          <p:cNvSpPr txBox="1"/>
          <p:nvPr/>
        </p:nvSpPr>
        <p:spPr>
          <a:xfrm>
            <a:off x="258337" y="5140037"/>
            <a:ext cx="11675326" cy="1692771"/>
          </a:xfrm>
          <a:prstGeom prst="rect">
            <a:avLst/>
          </a:prstGeom>
          <a:noFill/>
        </p:spPr>
        <p:txBody>
          <a:bodyPr wrap="square" rtlCol="0">
            <a:spAutoFit/>
          </a:bodyPr>
          <a:lstStyle/>
          <a:p>
            <a:r>
              <a:rPr lang="en-US" sz="2600" b="1" dirty="0">
                <a:latin typeface="Aldhabi" pitchFamily="2" charset="-78"/>
                <a:cs typeface="Aldhabi" pitchFamily="2" charset="-78"/>
              </a:rPr>
              <a:t>Ad Group 1</a:t>
            </a:r>
            <a:r>
              <a:rPr lang="en-US" sz="2600" dirty="0">
                <a:latin typeface="Aldhabi" pitchFamily="2" charset="-78"/>
                <a:cs typeface="Aldhabi" pitchFamily="2" charset="-78"/>
              </a:rPr>
              <a:t> achieved higher impressions, clicks, and conversions but with a slightly lower CTR compared to Ad Group 2.</a:t>
            </a:r>
          </a:p>
          <a:p>
            <a:r>
              <a:rPr lang="en-US" sz="2600" b="1" dirty="0">
                <a:latin typeface="Aldhabi" pitchFamily="2" charset="-78"/>
                <a:cs typeface="Aldhabi" pitchFamily="2" charset="-78"/>
              </a:rPr>
              <a:t>Ad Group 2</a:t>
            </a:r>
            <a:r>
              <a:rPr lang="en-US" sz="2600" dirty="0">
                <a:latin typeface="Aldhabi" pitchFamily="2" charset="-78"/>
                <a:cs typeface="Aldhabi" pitchFamily="2" charset="-78"/>
              </a:rPr>
              <a:t> delivered a better CTR, indicating more efficient engagement, despite fewer overall impressions and clicks. Both groups have an identical average CPC.</a:t>
            </a:r>
          </a:p>
          <a:p>
            <a:r>
              <a:rPr lang="en-US" sz="2600" dirty="0">
                <a:latin typeface="Aldhabi" pitchFamily="2" charset="-78"/>
                <a:cs typeface="Aldhabi" pitchFamily="2" charset="-78"/>
              </a:rPr>
              <a:t>We spent for about $129.10 for </a:t>
            </a:r>
            <a:r>
              <a:rPr lang="en-US" sz="2600" b="1" dirty="0">
                <a:latin typeface="Aldhabi" pitchFamily="2" charset="-78"/>
                <a:cs typeface="Aldhabi" pitchFamily="2" charset="-78"/>
              </a:rPr>
              <a:t>Ad Group 1 </a:t>
            </a:r>
            <a:r>
              <a:rPr lang="en-US" sz="2600" dirty="0">
                <a:latin typeface="Aldhabi" pitchFamily="2" charset="-78"/>
                <a:cs typeface="Aldhabi" pitchFamily="2" charset="-78"/>
              </a:rPr>
              <a:t>and $162.57 for </a:t>
            </a:r>
            <a:r>
              <a:rPr lang="en-US" sz="2600" b="1" dirty="0">
                <a:latin typeface="Aldhabi" pitchFamily="2" charset="-78"/>
                <a:cs typeface="Aldhabi" pitchFamily="2" charset="-78"/>
              </a:rPr>
              <a:t>Ad Group 2 </a:t>
            </a:r>
            <a:r>
              <a:rPr lang="en-US" sz="2600" dirty="0">
                <a:latin typeface="Aldhabi" pitchFamily="2" charset="-78"/>
                <a:cs typeface="Aldhabi" pitchFamily="2" charset="-78"/>
              </a:rPr>
              <a:t>and achieved a total of 69.1K Impressions.</a:t>
            </a:r>
          </a:p>
        </p:txBody>
      </p:sp>
    </p:spTree>
    <p:extLst>
      <p:ext uri="{BB962C8B-B14F-4D97-AF65-F5344CB8AC3E}">
        <p14:creationId xmlns:p14="http://schemas.microsoft.com/office/powerpoint/2010/main" val="823555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6" name="Rectangle 2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55F04B3-DBFD-1038-468C-3686DD908748}"/>
              </a:ext>
            </a:extLst>
          </p:cNvPr>
          <p:cNvSpPr txBox="1"/>
          <p:nvPr/>
        </p:nvSpPr>
        <p:spPr>
          <a:xfrm>
            <a:off x="1125014" y="104932"/>
            <a:ext cx="9932691" cy="85728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800" dirty="0">
                <a:solidFill>
                  <a:srgbClr val="FFFFFF"/>
                </a:solidFill>
                <a:latin typeface="+mj-lt"/>
                <a:ea typeface="+mj-ea"/>
                <a:cs typeface="+mj-cs"/>
              </a:rPr>
              <a:t>Ad Group1 and 2 Performance</a:t>
            </a:r>
          </a:p>
        </p:txBody>
      </p:sp>
      <p:sp>
        <p:nvSpPr>
          <p:cNvPr id="34" name="Rectangle 33">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E807E46-BB42-42A7-6059-5F9974C1CFA0}"/>
              </a:ext>
            </a:extLst>
          </p:cNvPr>
          <p:cNvPicPr>
            <a:picLocks noChangeAspect="1"/>
          </p:cNvPicPr>
          <p:nvPr/>
        </p:nvPicPr>
        <p:blipFill>
          <a:blip r:embed="rId2"/>
          <a:stretch>
            <a:fillRect/>
          </a:stretch>
        </p:blipFill>
        <p:spPr>
          <a:xfrm>
            <a:off x="6471796" y="1067148"/>
            <a:ext cx="4959927" cy="3809842"/>
          </a:xfrm>
          <a:prstGeom prst="rect">
            <a:avLst/>
          </a:prstGeom>
        </p:spPr>
      </p:pic>
      <p:pic>
        <p:nvPicPr>
          <p:cNvPr id="4" name="Picture 3">
            <a:extLst>
              <a:ext uri="{FF2B5EF4-FFF2-40B4-BE49-F238E27FC236}">
                <a16:creationId xmlns:a16="http://schemas.microsoft.com/office/drawing/2014/main" id="{E9C709F4-8185-8826-D410-D775A7483372}"/>
              </a:ext>
            </a:extLst>
          </p:cNvPr>
          <p:cNvPicPr>
            <a:picLocks noChangeAspect="1"/>
          </p:cNvPicPr>
          <p:nvPr/>
        </p:nvPicPr>
        <p:blipFill>
          <a:blip r:embed="rId3"/>
          <a:stretch>
            <a:fillRect/>
          </a:stretch>
        </p:blipFill>
        <p:spPr>
          <a:xfrm>
            <a:off x="309991" y="1067148"/>
            <a:ext cx="4807527" cy="3809842"/>
          </a:xfrm>
          <a:prstGeom prst="rect">
            <a:avLst/>
          </a:prstGeom>
        </p:spPr>
      </p:pic>
      <p:sp>
        <p:nvSpPr>
          <p:cNvPr id="7" name="TextBox 6">
            <a:extLst>
              <a:ext uri="{FF2B5EF4-FFF2-40B4-BE49-F238E27FC236}">
                <a16:creationId xmlns:a16="http://schemas.microsoft.com/office/drawing/2014/main" id="{1F27701C-14CB-94FD-A293-D120E0AC3E20}"/>
              </a:ext>
            </a:extLst>
          </p:cNvPr>
          <p:cNvSpPr txBox="1"/>
          <p:nvPr/>
        </p:nvSpPr>
        <p:spPr>
          <a:xfrm>
            <a:off x="1021214" y="5030276"/>
            <a:ext cx="3086807" cy="646331"/>
          </a:xfrm>
          <a:prstGeom prst="rect">
            <a:avLst/>
          </a:prstGeom>
          <a:noFill/>
        </p:spPr>
        <p:txBody>
          <a:bodyPr wrap="none" rtlCol="0">
            <a:spAutoFit/>
          </a:bodyPr>
          <a:lstStyle/>
          <a:p>
            <a:r>
              <a:rPr lang="en-US" dirty="0">
                <a:solidFill>
                  <a:schemeClr val="bg1"/>
                </a:solidFill>
              </a:rPr>
              <a:t>Ad Group 1- Cost/Conv $0.93</a:t>
            </a:r>
          </a:p>
          <a:p>
            <a:r>
              <a:rPr lang="en-US" dirty="0">
                <a:solidFill>
                  <a:schemeClr val="bg1"/>
                </a:solidFill>
              </a:rPr>
              <a:t>Ad Group 2- Cost/Conv $0.87</a:t>
            </a:r>
          </a:p>
        </p:txBody>
      </p:sp>
      <p:sp>
        <p:nvSpPr>
          <p:cNvPr id="8" name="TextBox 7">
            <a:extLst>
              <a:ext uri="{FF2B5EF4-FFF2-40B4-BE49-F238E27FC236}">
                <a16:creationId xmlns:a16="http://schemas.microsoft.com/office/drawing/2014/main" id="{C4BB847B-FE2B-F2DF-FE15-54F136C2E99B}"/>
              </a:ext>
            </a:extLst>
          </p:cNvPr>
          <p:cNvSpPr txBox="1"/>
          <p:nvPr/>
        </p:nvSpPr>
        <p:spPr>
          <a:xfrm>
            <a:off x="7294681" y="4981922"/>
            <a:ext cx="3086807" cy="646331"/>
          </a:xfrm>
          <a:prstGeom prst="rect">
            <a:avLst/>
          </a:prstGeom>
          <a:noFill/>
        </p:spPr>
        <p:txBody>
          <a:bodyPr wrap="none" rtlCol="0">
            <a:spAutoFit/>
          </a:bodyPr>
          <a:lstStyle/>
          <a:p>
            <a:r>
              <a:rPr lang="en-US" dirty="0">
                <a:solidFill>
                  <a:schemeClr val="bg1"/>
                </a:solidFill>
              </a:rPr>
              <a:t>Ad Group 1- Conv.Rate 5.34%</a:t>
            </a:r>
          </a:p>
          <a:p>
            <a:r>
              <a:rPr lang="en-US" dirty="0">
                <a:solidFill>
                  <a:schemeClr val="bg1"/>
                </a:solidFill>
              </a:rPr>
              <a:t>Ad Group 2- Conv.Rate 5.97%</a:t>
            </a:r>
          </a:p>
        </p:txBody>
      </p:sp>
      <p:sp>
        <p:nvSpPr>
          <p:cNvPr id="2" name="TextBox 1">
            <a:extLst>
              <a:ext uri="{FF2B5EF4-FFF2-40B4-BE49-F238E27FC236}">
                <a16:creationId xmlns:a16="http://schemas.microsoft.com/office/drawing/2014/main" id="{DC926AC2-58F9-3364-73A7-06A5AFB6C5C3}"/>
              </a:ext>
            </a:extLst>
          </p:cNvPr>
          <p:cNvSpPr txBox="1"/>
          <p:nvPr/>
        </p:nvSpPr>
        <p:spPr>
          <a:xfrm>
            <a:off x="1021214" y="5754527"/>
            <a:ext cx="9912442" cy="954107"/>
          </a:xfrm>
          <a:prstGeom prst="rect">
            <a:avLst/>
          </a:prstGeom>
          <a:noFill/>
        </p:spPr>
        <p:txBody>
          <a:bodyPr wrap="square" rtlCol="0">
            <a:spAutoFit/>
          </a:bodyPr>
          <a:lstStyle/>
          <a:p>
            <a:pPr algn="ctr"/>
            <a:r>
              <a:rPr lang="en-US" sz="2800" b="1" dirty="0">
                <a:solidFill>
                  <a:schemeClr val="bg1"/>
                </a:solidFill>
                <a:latin typeface="APPLE CHANCERY" panose="03020702040506060504" pitchFamily="66" charset="-79"/>
                <a:cs typeface="APPLE CHANCERY" panose="03020702040506060504" pitchFamily="66" charset="-79"/>
              </a:rPr>
              <a:t>Ad Group 1 relatively Performed well in all terms including an efficient Cost/Conv Rate of 25.00%</a:t>
            </a:r>
          </a:p>
        </p:txBody>
      </p:sp>
    </p:spTree>
    <p:extLst>
      <p:ext uri="{BB962C8B-B14F-4D97-AF65-F5344CB8AC3E}">
        <p14:creationId xmlns:p14="http://schemas.microsoft.com/office/powerpoint/2010/main" val="152086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74000">
              <a:schemeClr val="accent5">
                <a:lumMod val="75000"/>
              </a:schemeClr>
            </a:gs>
            <a:gs pos="91000">
              <a:srgbClr val="CD9DCC"/>
            </a:gs>
            <a:gs pos="100000">
              <a:srgbClr val="F5D6E9"/>
            </a:gs>
          </a:gsLst>
          <a:lin ang="2700000" scaled="1"/>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C02167-8523-6391-695E-491F23905FF2}"/>
              </a:ext>
            </a:extLst>
          </p:cNvPr>
          <p:cNvPicPr>
            <a:picLocks noChangeAspect="1"/>
          </p:cNvPicPr>
          <p:nvPr/>
        </p:nvPicPr>
        <p:blipFill>
          <a:blip r:embed="rId2"/>
          <a:stretch>
            <a:fillRect/>
          </a:stretch>
        </p:blipFill>
        <p:spPr>
          <a:xfrm>
            <a:off x="6602179" y="2626958"/>
            <a:ext cx="5054601" cy="3947602"/>
          </a:xfrm>
          <a:prstGeom prst="rect">
            <a:avLst/>
          </a:prstGeom>
        </p:spPr>
      </p:pic>
      <p:pic>
        <p:nvPicPr>
          <p:cNvPr id="9" name="Picture 8">
            <a:extLst>
              <a:ext uri="{FF2B5EF4-FFF2-40B4-BE49-F238E27FC236}">
                <a16:creationId xmlns:a16="http://schemas.microsoft.com/office/drawing/2014/main" id="{7B02F3D7-285B-F9EC-1B05-AE4A076429FE}"/>
              </a:ext>
            </a:extLst>
          </p:cNvPr>
          <p:cNvPicPr>
            <a:picLocks noChangeAspect="1"/>
          </p:cNvPicPr>
          <p:nvPr/>
        </p:nvPicPr>
        <p:blipFill>
          <a:blip r:embed="rId3"/>
          <a:stretch>
            <a:fillRect/>
          </a:stretch>
        </p:blipFill>
        <p:spPr>
          <a:xfrm>
            <a:off x="159600" y="172604"/>
            <a:ext cx="5054601" cy="4454814"/>
          </a:xfrm>
          <a:prstGeom prst="rect">
            <a:avLst/>
          </a:prstGeom>
        </p:spPr>
      </p:pic>
      <p:sp>
        <p:nvSpPr>
          <p:cNvPr id="12" name="TextBox 11">
            <a:extLst>
              <a:ext uri="{FF2B5EF4-FFF2-40B4-BE49-F238E27FC236}">
                <a16:creationId xmlns:a16="http://schemas.microsoft.com/office/drawing/2014/main" id="{28196504-B7DE-671B-A76E-CDE3E8D78A65}"/>
              </a:ext>
            </a:extLst>
          </p:cNvPr>
          <p:cNvSpPr txBox="1"/>
          <p:nvPr/>
        </p:nvSpPr>
        <p:spPr>
          <a:xfrm>
            <a:off x="6452998" y="283440"/>
            <a:ext cx="5352961" cy="2308324"/>
          </a:xfrm>
          <a:prstGeom prst="rect">
            <a:avLst/>
          </a:prstGeom>
          <a:noFill/>
        </p:spPr>
        <p:txBody>
          <a:bodyPr wrap="square" rtlCol="0">
            <a:spAutoFit/>
          </a:bodyPr>
          <a:lstStyle/>
          <a:p>
            <a:r>
              <a:rPr lang="en-US" sz="2400" dirty="0">
                <a:solidFill>
                  <a:schemeClr val="bg1"/>
                </a:solidFill>
                <a:latin typeface="AkayaKanadaka" panose="02010502080401010103" pitchFamily="2" charset="77"/>
                <a:cs typeface="AkayaKanadaka" panose="02010502080401010103" pitchFamily="2" charset="77"/>
              </a:rPr>
              <a:t>Our search and display campaign results show that men aged 25-34 are the most interested in the ad.</a:t>
            </a:r>
          </a:p>
          <a:p>
            <a:r>
              <a:rPr lang="en-US" sz="2400" dirty="0">
                <a:solidFill>
                  <a:schemeClr val="bg1"/>
                </a:solidFill>
                <a:latin typeface="AkayaKanadaka" panose="02010502080401010103" pitchFamily="2" charset="77"/>
                <a:cs typeface="AkayaKanadaka" panose="02010502080401010103" pitchFamily="2" charset="77"/>
              </a:rPr>
              <a:t>These individuals may be parents looking for classes for their children or those who truly have an interest in the programs.</a:t>
            </a:r>
          </a:p>
        </p:txBody>
      </p:sp>
      <p:sp>
        <p:nvSpPr>
          <p:cNvPr id="13" name="TextBox 12">
            <a:extLst>
              <a:ext uri="{FF2B5EF4-FFF2-40B4-BE49-F238E27FC236}">
                <a16:creationId xmlns:a16="http://schemas.microsoft.com/office/drawing/2014/main" id="{388C68C7-6C48-2E25-F8AB-46F6AF9E419B}"/>
              </a:ext>
            </a:extLst>
          </p:cNvPr>
          <p:cNvSpPr txBox="1"/>
          <p:nvPr/>
        </p:nvSpPr>
        <p:spPr>
          <a:xfrm>
            <a:off x="159600" y="4919008"/>
            <a:ext cx="5543580" cy="1938992"/>
          </a:xfrm>
          <a:prstGeom prst="rect">
            <a:avLst/>
          </a:prstGeom>
          <a:noFill/>
        </p:spPr>
        <p:txBody>
          <a:bodyPr wrap="square" rtlCol="0">
            <a:spAutoFit/>
          </a:bodyPr>
          <a:lstStyle/>
          <a:p>
            <a:r>
              <a:rPr lang="en-US" sz="2400" b="0" i="0" u="none" strike="noStrike" dirty="0">
                <a:solidFill>
                  <a:schemeClr val="bg1"/>
                </a:solidFill>
                <a:effectLst/>
                <a:latin typeface="AkayaKanadaka" panose="02010502080401010103" pitchFamily="2" charset="77"/>
                <a:cs typeface="AkayaKanadaka" panose="02010502080401010103" pitchFamily="2" charset="77"/>
              </a:rPr>
              <a:t>These ads have also had primarily engaged users in the New Delhi region, including nearby areas such as Gurugram, Noida, and Faridabad.</a:t>
            </a:r>
          </a:p>
          <a:p>
            <a:endParaRPr lang="en-US" sz="2400" dirty="0">
              <a:solidFill>
                <a:schemeClr val="bg1"/>
              </a:solidFill>
              <a:latin typeface="AkayaKanadaka" panose="02010502080401010103" pitchFamily="2" charset="77"/>
              <a:cs typeface="AkayaKanadaka" panose="02010502080401010103" pitchFamily="2" charset="77"/>
            </a:endParaRPr>
          </a:p>
        </p:txBody>
      </p:sp>
    </p:spTree>
    <p:extLst>
      <p:ext uri="{BB962C8B-B14F-4D97-AF65-F5344CB8AC3E}">
        <p14:creationId xmlns:p14="http://schemas.microsoft.com/office/powerpoint/2010/main" val="1086384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7CD997"/>
            </a:gs>
            <a:gs pos="74000">
              <a:srgbClr val="3B6D7E"/>
            </a:gs>
            <a:gs pos="83000">
              <a:srgbClr val="3B6D7E"/>
            </a:gs>
            <a:gs pos="100000">
              <a:schemeClr val="accent1">
                <a:lumMod val="30000"/>
                <a:lumOff val="70000"/>
              </a:schemeClr>
            </a:gs>
          </a:gsLst>
          <a:lin ang="2700000" scaled="1"/>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F5D5AC-9126-BFF1-7871-099D09A0BACD}"/>
              </a:ext>
            </a:extLst>
          </p:cNvPr>
          <p:cNvSpPr txBox="1"/>
          <p:nvPr/>
        </p:nvSpPr>
        <p:spPr>
          <a:xfrm rot="10800000" flipV="1">
            <a:off x="484578" y="3936760"/>
            <a:ext cx="5195239" cy="2862322"/>
          </a:xfrm>
          <a:prstGeom prst="rect">
            <a:avLst/>
          </a:prstGeom>
          <a:noFill/>
        </p:spPr>
        <p:txBody>
          <a:bodyPr wrap="square" rtlCol="0">
            <a:spAutoFit/>
          </a:bodyPr>
          <a:lstStyle/>
          <a:p>
            <a:r>
              <a:rPr lang="en-US" sz="2000" dirty="0">
                <a:solidFill>
                  <a:schemeClr val="bg1"/>
                </a:solidFill>
                <a:latin typeface="Baloo Bhaina 2" panose="03080502040302020200" pitchFamily="66" charset="77"/>
                <a:cs typeface="Baloo Bhaina 2" panose="03080502040302020200" pitchFamily="66" charset="77"/>
              </a:rPr>
              <a:t>There is a relatively steady performance in Weeks 1 through 5, with percentages ranging between 5.21% and 7.60%.In Week 5, there is a significant spike, with the cost/conversions jumping to 25.00%.</a:t>
            </a:r>
          </a:p>
          <a:p>
            <a:r>
              <a:rPr lang="en-US" sz="2000" dirty="0">
                <a:solidFill>
                  <a:schemeClr val="bg1"/>
                </a:solidFill>
                <a:latin typeface="Baloo Bhaina 2" panose="03080502040302020200" pitchFamily="66" charset="77"/>
                <a:cs typeface="Baloo Bhaina 2" panose="03080502040302020200" pitchFamily="66" charset="77"/>
              </a:rPr>
              <a:t>The Spike in Week 5 has happened due to an event change to the Ad Group where we uploaded a Video for an effective campaign result.</a:t>
            </a:r>
          </a:p>
        </p:txBody>
      </p:sp>
      <p:pic>
        <p:nvPicPr>
          <p:cNvPr id="6" name="Picture 5">
            <a:extLst>
              <a:ext uri="{FF2B5EF4-FFF2-40B4-BE49-F238E27FC236}">
                <a16:creationId xmlns:a16="http://schemas.microsoft.com/office/drawing/2014/main" id="{F9D1FD74-E4EB-D817-6798-3F25B00D3667}"/>
              </a:ext>
            </a:extLst>
          </p:cNvPr>
          <p:cNvPicPr>
            <a:picLocks noChangeAspect="1"/>
          </p:cNvPicPr>
          <p:nvPr/>
        </p:nvPicPr>
        <p:blipFill>
          <a:blip r:embed="rId2"/>
          <a:stretch>
            <a:fillRect/>
          </a:stretch>
        </p:blipFill>
        <p:spPr>
          <a:xfrm>
            <a:off x="6814716" y="277471"/>
            <a:ext cx="4397086" cy="3518676"/>
          </a:xfrm>
          <a:prstGeom prst="rect">
            <a:avLst/>
          </a:prstGeom>
        </p:spPr>
      </p:pic>
      <p:sp>
        <p:nvSpPr>
          <p:cNvPr id="7" name="TextBox 6">
            <a:extLst>
              <a:ext uri="{FF2B5EF4-FFF2-40B4-BE49-F238E27FC236}">
                <a16:creationId xmlns:a16="http://schemas.microsoft.com/office/drawing/2014/main" id="{5B18CB28-F9D2-8866-828F-17FA87DB80AF}"/>
              </a:ext>
            </a:extLst>
          </p:cNvPr>
          <p:cNvSpPr txBox="1"/>
          <p:nvPr/>
        </p:nvSpPr>
        <p:spPr>
          <a:xfrm>
            <a:off x="6512183" y="4116813"/>
            <a:ext cx="5002152" cy="1938992"/>
          </a:xfrm>
          <a:prstGeom prst="rect">
            <a:avLst/>
          </a:prstGeom>
          <a:noFill/>
        </p:spPr>
        <p:txBody>
          <a:bodyPr wrap="square" rtlCol="0">
            <a:spAutoFit/>
          </a:bodyPr>
          <a:lstStyle/>
          <a:p>
            <a:r>
              <a:rPr lang="en-US" sz="2000" b="0" i="0" u="none" strike="noStrike" dirty="0">
                <a:solidFill>
                  <a:schemeClr val="bg1"/>
                </a:solidFill>
                <a:effectLst/>
                <a:latin typeface="Baloo Bhaina 2" panose="03080502040302020200" pitchFamily="66" charset="77"/>
                <a:cs typeface="Baloo Bhaina 2" panose="03080502040302020200" pitchFamily="66" charset="77"/>
              </a:rPr>
              <a:t>For the Display Campaign too , majority of users</a:t>
            </a:r>
            <a:r>
              <a:rPr lang="en-US" sz="2000" dirty="0">
                <a:solidFill>
                  <a:schemeClr val="bg1"/>
                </a:solidFill>
                <a:latin typeface="Baloo Bhaina 2" panose="03080502040302020200" pitchFamily="66" charset="77"/>
                <a:cs typeface="Baloo Bhaina 2" panose="03080502040302020200" pitchFamily="66" charset="77"/>
              </a:rPr>
              <a:t> </a:t>
            </a:r>
            <a:r>
              <a:rPr lang="en-US" sz="2000" b="0" i="0" u="none" strike="noStrike" dirty="0">
                <a:solidFill>
                  <a:schemeClr val="bg1"/>
                </a:solidFill>
                <a:effectLst/>
                <a:latin typeface="Baloo Bhaina 2" panose="03080502040302020200" pitchFamily="66" charset="77"/>
                <a:cs typeface="Baloo Bhaina 2" panose="03080502040302020200" pitchFamily="66" charset="77"/>
              </a:rPr>
              <a:t>preferred Mobile Phones than the Tablets and</a:t>
            </a:r>
            <a:r>
              <a:rPr lang="en-US" sz="2000" dirty="0">
                <a:solidFill>
                  <a:schemeClr val="bg1"/>
                </a:solidFill>
                <a:latin typeface="Baloo Bhaina 2" panose="03080502040302020200" pitchFamily="66" charset="77"/>
                <a:cs typeface="Baloo Bhaina 2" panose="03080502040302020200" pitchFamily="66" charset="77"/>
              </a:rPr>
              <a:t> </a:t>
            </a:r>
            <a:r>
              <a:rPr lang="en-US" sz="2000" b="0" i="0" u="none" strike="noStrike" dirty="0">
                <a:solidFill>
                  <a:schemeClr val="bg1"/>
                </a:solidFill>
                <a:effectLst/>
                <a:latin typeface="Baloo Bhaina 2" panose="03080502040302020200" pitchFamily="66" charset="77"/>
                <a:cs typeface="Baloo Bhaina 2" panose="03080502040302020200" pitchFamily="66" charset="77"/>
              </a:rPr>
              <a:t>Computers.</a:t>
            </a:r>
          </a:p>
          <a:p>
            <a:endParaRPr lang="en-US" sz="2000" dirty="0">
              <a:solidFill>
                <a:schemeClr val="bg1"/>
              </a:solidFill>
              <a:latin typeface="Baloo Bhaina 2" panose="03080502040302020200" pitchFamily="66" charset="77"/>
              <a:cs typeface="Baloo Bhaina 2" panose="03080502040302020200" pitchFamily="66" charset="77"/>
            </a:endParaRPr>
          </a:p>
          <a:p>
            <a:r>
              <a:rPr lang="en-US" sz="2000" dirty="0">
                <a:solidFill>
                  <a:schemeClr val="bg1"/>
                </a:solidFill>
                <a:latin typeface="Baloo Bhaina 2" panose="03080502040302020200" pitchFamily="66" charset="77"/>
                <a:cs typeface="Baloo Bhaina 2" panose="03080502040302020200" pitchFamily="66" charset="77"/>
              </a:rPr>
              <a:t>Mobile Phones seemed quite convenient for users to watch ads, videos and reels</a:t>
            </a:r>
          </a:p>
        </p:txBody>
      </p:sp>
      <p:pic>
        <p:nvPicPr>
          <p:cNvPr id="2" name="Picture 1">
            <a:extLst>
              <a:ext uri="{FF2B5EF4-FFF2-40B4-BE49-F238E27FC236}">
                <a16:creationId xmlns:a16="http://schemas.microsoft.com/office/drawing/2014/main" id="{96EBF32C-3771-4214-676A-B2CDC6F9A24C}"/>
              </a:ext>
            </a:extLst>
          </p:cNvPr>
          <p:cNvPicPr>
            <a:picLocks noChangeAspect="1"/>
          </p:cNvPicPr>
          <p:nvPr/>
        </p:nvPicPr>
        <p:blipFill>
          <a:blip r:embed="rId3"/>
          <a:stretch>
            <a:fillRect/>
          </a:stretch>
        </p:blipFill>
        <p:spPr>
          <a:xfrm>
            <a:off x="491339" y="247286"/>
            <a:ext cx="4697022" cy="3548861"/>
          </a:xfrm>
          <a:prstGeom prst="rect">
            <a:avLst/>
          </a:prstGeom>
        </p:spPr>
      </p:pic>
    </p:spTree>
    <p:extLst>
      <p:ext uri="{BB962C8B-B14F-4D97-AF65-F5344CB8AC3E}">
        <p14:creationId xmlns:p14="http://schemas.microsoft.com/office/powerpoint/2010/main" val="1023764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BC6468"/>
            </a:gs>
            <a:gs pos="50000">
              <a:srgbClr val="BE4B5F"/>
            </a:gs>
            <a:gs pos="100000">
              <a:srgbClr val="760616"/>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4" name="Picture 3" descr="A screenshot of a screen&#10;&#10;Description automatically generated">
            <a:extLst>
              <a:ext uri="{FF2B5EF4-FFF2-40B4-BE49-F238E27FC236}">
                <a16:creationId xmlns:a16="http://schemas.microsoft.com/office/drawing/2014/main" id="{068CFFDE-197F-4BC1-E9B2-A58C31675BE0}"/>
              </a:ext>
            </a:extLst>
          </p:cNvPr>
          <p:cNvPicPr>
            <a:picLocks noChangeAspect="1"/>
          </p:cNvPicPr>
          <p:nvPr/>
        </p:nvPicPr>
        <p:blipFill>
          <a:blip r:embed="rId2"/>
          <a:stretch>
            <a:fillRect/>
          </a:stretch>
        </p:blipFill>
        <p:spPr>
          <a:xfrm>
            <a:off x="290945" y="333652"/>
            <a:ext cx="4308763" cy="2903151"/>
          </a:xfrm>
          <a:prstGeom prst="rect">
            <a:avLst/>
          </a:prstGeom>
        </p:spPr>
      </p:pic>
      <p:pic>
        <p:nvPicPr>
          <p:cNvPr id="5" name="Picture 4" descr="A screenshot of a graph&#10;&#10;Description automatically generated">
            <a:extLst>
              <a:ext uri="{FF2B5EF4-FFF2-40B4-BE49-F238E27FC236}">
                <a16:creationId xmlns:a16="http://schemas.microsoft.com/office/drawing/2014/main" id="{7124489F-54BC-DAC1-F8F2-5AD471B04842}"/>
              </a:ext>
            </a:extLst>
          </p:cNvPr>
          <p:cNvPicPr>
            <a:picLocks noChangeAspect="1"/>
          </p:cNvPicPr>
          <p:nvPr/>
        </p:nvPicPr>
        <p:blipFill>
          <a:blip r:embed="rId3"/>
          <a:stretch>
            <a:fillRect/>
          </a:stretch>
        </p:blipFill>
        <p:spPr>
          <a:xfrm>
            <a:off x="6670785" y="1840797"/>
            <a:ext cx="4336829" cy="3476347"/>
          </a:xfrm>
          <a:prstGeom prst="rect">
            <a:avLst/>
          </a:prstGeom>
        </p:spPr>
      </p:pic>
      <p:sp>
        <p:nvSpPr>
          <p:cNvPr id="9" name="TextBox 8">
            <a:extLst>
              <a:ext uri="{FF2B5EF4-FFF2-40B4-BE49-F238E27FC236}">
                <a16:creationId xmlns:a16="http://schemas.microsoft.com/office/drawing/2014/main" id="{6223771B-A486-E10A-076C-41F0D85C50F1}"/>
              </a:ext>
            </a:extLst>
          </p:cNvPr>
          <p:cNvSpPr txBox="1"/>
          <p:nvPr/>
        </p:nvSpPr>
        <p:spPr>
          <a:xfrm>
            <a:off x="5791200" y="5689600"/>
            <a:ext cx="6096000" cy="92333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dirty="0"/>
              <a:t>There are 5,754 interactions, showing high initial interest. Only 323 raw leads were created, indicating a substantial reduction of potential clients as a result of lead exchanges.</a:t>
            </a:r>
          </a:p>
        </p:txBody>
      </p:sp>
      <p:graphicFrame>
        <p:nvGraphicFramePr>
          <p:cNvPr id="13" name="TextBox 6">
            <a:extLst>
              <a:ext uri="{FF2B5EF4-FFF2-40B4-BE49-F238E27FC236}">
                <a16:creationId xmlns:a16="http://schemas.microsoft.com/office/drawing/2014/main" id="{9A31D42C-949C-4292-9E23-D69626ED3843}"/>
              </a:ext>
            </a:extLst>
          </p:cNvPr>
          <p:cNvGraphicFramePr/>
          <p:nvPr>
            <p:extLst>
              <p:ext uri="{D42A27DB-BD31-4B8C-83A1-F6EECF244321}">
                <p14:modId xmlns:p14="http://schemas.microsoft.com/office/powerpoint/2010/main" val="2388208535"/>
              </p:ext>
            </p:extLst>
          </p:nvPr>
        </p:nvGraphicFramePr>
        <p:xfrm>
          <a:off x="152400" y="3027065"/>
          <a:ext cx="4752109" cy="38309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Rectangle 10">
            <a:extLst>
              <a:ext uri="{FF2B5EF4-FFF2-40B4-BE49-F238E27FC236}">
                <a16:creationId xmlns:a16="http://schemas.microsoft.com/office/drawing/2014/main" id="{FF9BC2F8-885F-6F78-3564-667FDEF853D0}"/>
              </a:ext>
            </a:extLst>
          </p:cNvPr>
          <p:cNvSpPr/>
          <p:nvPr/>
        </p:nvSpPr>
        <p:spPr>
          <a:xfrm>
            <a:off x="4738253" y="86471"/>
            <a:ext cx="7556341" cy="1754326"/>
          </a:xfrm>
          <a:prstGeom prst="rect">
            <a:avLst/>
          </a:prstGeom>
          <a:noFill/>
        </p:spPr>
        <p:txBody>
          <a:bodyPr wrap="squar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Observations and Analysis</a:t>
            </a:r>
          </a:p>
        </p:txBody>
      </p:sp>
    </p:spTree>
    <p:extLst>
      <p:ext uri="{BB962C8B-B14F-4D97-AF65-F5344CB8AC3E}">
        <p14:creationId xmlns:p14="http://schemas.microsoft.com/office/powerpoint/2010/main" val="1989421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24016">
              <a:srgbClr val="BD5864"/>
            </a:gs>
            <a:gs pos="12996">
              <a:srgbClr val="BD5E66"/>
            </a:gs>
            <a:gs pos="18000">
              <a:srgbClr val="BD5B65"/>
            </a:gs>
            <a:gs pos="0">
              <a:srgbClr val="BC6468"/>
            </a:gs>
            <a:gs pos="50000">
              <a:srgbClr val="BE4B5F"/>
            </a:gs>
            <a:gs pos="100000">
              <a:schemeClr val="tx1"/>
            </a:gs>
          </a:gsLst>
          <a:path path="circle">
            <a:fillToRect l="100000" t="100000"/>
          </a:path>
        </a:gra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20FFC09-AD46-5EF2-3790-8FBD2F44BEC1}"/>
              </a:ext>
            </a:extLst>
          </p:cNvPr>
          <p:cNvSpPr txBox="1"/>
          <p:nvPr/>
        </p:nvSpPr>
        <p:spPr>
          <a:xfrm>
            <a:off x="684607" y="1333900"/>
            <a:ext cx="5217173" cy="2618850"/>
          </a:xfrm>
          <a:prstGeom prst="rect">
            <a:avLst/>
          </a:prstGeom>
        </p:spPr>
        <p:txBody>
          <a:bodyPr vert="horz" lIns="91440" tIns="45720" rIns="91440" bIns="45720" rtlCol="0">
            <a:normAutofit/>
          </a:bodyPr>
          <a:lstStyle/>
          <a:p>
            <a:pPr marL="285750" indent="-285750">
              <a:lnSpc>
                <a:spcPct val="90000"/>
              </a:lnSpc>
              <a:spcAft>
                <a:spcPts val="600"/>
              </a:spcAft>
              <a:buFont typeface="Arial" panose="020B0604020202020204" pitchFamily="34" charset="0"/>
              <a:buChar char="•"/>
            </a:pPr>
            <a:r>
              <a:rPr lang="en-US" dirty="0">
                <a:solidFill>
                  <a:schemeClr val="bg1"/>
                </a:solidFill>
              </a:rPr>
              <a:t>The campaign started on Nov 14,2024 and ended on Nov 24,2024. </a:t>
            </a:r>
          </a:p>
          <a:p>
            <a:pPr marL="285750" indent="-285750">
              <a:lnSpc>
                <a:spcPct val="90000"/>
              </a:lnSpc>
              <a:spcAft>
                <a:spcPts val="600"/>
              </a:spcAft>
              <a:buFont typeface="Arial" panose="020B0604020202020204" pitchFamily="34" charset="0"/>
              <a:buChar char="•"/>
            </a:pPr>
            <a:r>
              <a:rPr lang="en-US" dirty="0">
                <a:solidFill>
                  <a:schemeClr val="bg1"/>
                </a:solidFill>
              </a:rPr>
              <a:t>This was planned for a shot duration and hence had impressive results of 44k Impressions and 4.36K views.</a:t>
            </a:r>
          </a:p>
          <a:p>
            <a:pPr marL="285750" indent="-285750">
              <a:lnSpc>
                <a:spcPct val="90000"/>
              </a:lnSpc>
              <a:spcAft>
                <a:spcPts val="600"/>
              </a:spcAft>
              <a:buFont typeface="Arial" panose="020B0604020202020204" pitchFamily="34" charset="0"/>
              <a:buChar char="•"/>
            </a:pPr>
            <a:r>
              <a:rPr lang="en-US" dirty="0">
                <a:solidFill>
                  <a:schemeClr val="bg1"/>
                </a:solidFill>
              </a:rPr>
              <a:t>We spent $8.05/Per day for the Campaign.</a:t>
            </a:r>
          </a:p>
          <a:p>
            <a:pPr marL="285750" indent="-285750">
              <a:lnSpc>
                <a:spcPct val="90000"/>
              </a:lnSpc>
              <a:spcAft>
                <a:spcPts val="600"/>
              </a:spcAft>
              <a:buFont typeface="Arial" panose="020B0604020202020204" pitchFamily="34" charset="0"/>
              <a:buChar char="•"/>
            </a:pPr>
            <a:r>
              <a:rPr lang="en-US" b="0" i="0" u="none" strike="noStrike" dirty="0">
                <a:solidFill>
                  <a:schemeClr val="bg1"/>
                </a:solidFill>
                <a:effectLst/>
              </a:rPr>
              <a:t>Creating a Google Video Ad Campaign is an effective strategy for businesses to engage audiences visually and emotionally.</a:t>
            </a:r>
            <a:endParaRPr lang="en-US" dirty="0">
              <a:solidFill>
                <a:schemeClr val="bg1"/>
              </a:solidFill>
            </a:endParaRPr>
          </a:p>
          <a:p>
            <a:pPr indent="-228600">
              <a:lnSpc>
                <a:spcPct val="90000"/>
              </a:lnSpc>
              <a:spcAft>
                <a:spcPts val="600"/>
              </a:spcAft>
              <a:buFont typeface="Arial" panose="020B0604020202020204" pitchFamily="34" charset="0"/>
              <a:buChar char="•"/>
            </a:pPr>
            <a:endParaRPr lang="en-US" dirty="0">
              <a:solidFill>
                <a:schemeClr val="bg1"/>
              </a:solidFill>
            </a:endParaRPr>
          </a:p>
        </p:txBody>
      </p:sp>
      <p:grpSp>
        <p:nvGrpSpPr>
          <p:cNvPr id="85" name="Graphic 4">
            <a:extLst>
              <a:ext uri="{FF2B5EF4-FFF2-40B4-BE49-F238E27FC236}">
                <a16:creationId xmlns:a16="http://schemas.microsoft.com/office/drawing/2014/main" id="{D92F9A1A-77F4-4E16-958B-64BB489FFE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22349" y="739986"/>
            <a:ext cx="975169" cy="975171"/>
            <a:chOff x="5829300" y="3162300"/>
            <a:chExt cx="532256" cy="532257"/>
          </a:xfrm>
          <a:solidFill>
            <a:schemeClr val="bg1"/>
          </a:solidFill>
        </p:grpSpPr>
        <p:sp>
          <p:nvSpPr>
            <p:cNvPr id="87" name="Freeform: Shape 71">
              <a:extLst>
                <a:ext uri="{FF2B5EF4-FFF2-40B4-BE49-F238E27FC236}">
                  <a16:creationId xmlns:a16="http://schemas.microsoft.com/office/drawing/2014/main" id="{819A42ED-6B91-49E6-9BDB-6339893E9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B732C3B-202D-4B4E-9C2B-283338B2A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E38433EC-2142-4B86-B9BA-25AFE26299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F3A02D8-E8AA-47DC-B215-ED01D604E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B1A156CC-0ACD-4554-947F-A9FD30B6AB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BBACA1F0-7581-48CC-BB3D-29D84E66B1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48C34CDB-6796-4AA3-9001-DA5B717D7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9D783F9-0F69-4135-9961-9BAB1C1A6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4FFBBC22-B7E4-49E9-9BD1-36B5F62991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E179D1A-1F7F-41FF-A993-7DB78E9EB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8565B3A8-B9D8-4EA9-B3DA-DDB2A574BB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8891E65D-798E-4741-A582-606A9152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A8BAB8E0-D711-471F-8EB7-6F8C42092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pic>
        <p:nvPicPr>
          <p:cNvPr id="12" name="Picture 11" descr="A screenshot of a group of cell phones&#10;&#10;Description automatically generated">
            <a:extLst>
              <a:ext uri="{FF2B5EF4-FFF2-40B4-BE49-F238E27FC236}">
                <a16:creationId xmlns:a16="http://schemas.microsoft.com/office/drawing/2014/main" id="{CA55C49B-436A-74EB-EE97-7DA67C423A80}"/>
              </a:ext>
            </a:extLst>
          </p:cNvPr>
          <p:cNvPicPr>
            <a:picLocks noChangeAspect="1"/>
          </p:cNvPicPr>
          <p:nvPr/>
        </p:nvPicPr>
        <p:blipFill>
          <a:blip r:embed="rId2"/>
          <a:stretch>
            <a:fillRect/>
          </a:stretch>
        </p:blipFill>
        <p:spPr>
          <a:xfrm>
            <a:off x="6586389" y="595742"/>
            <a:ext cx="4763801" cy="2384561"/>
          </a:xfrm>
          <a:prstGeom prst="rect">
            <a:avLst/>
          </a:prstGeom>
        </p:spPr>
      </p:pic>
      <p:pic>
        <p:nvPicPr>
          <p:cNvPr id="9" name="Picture 8" descr="A graph with a line and a red and blue line&#10;&#10;Description automatically generated">
            <a:extLst>
              <a:ext uri="{FF2B5EF4-FFF2-40B4-BE49-F238E27FC236}">
                <a16:creationId xmlns:a16="http://schemas.microsoft.com/office/drawing/2014/main" id="{070AFDFC-4686-23E1-1965-3BC0206B7559}"/>
              </a:ext>
            </a:extLst>
          </p:cNvPr>
          <p:cNvPicPr>
            <a:picLocks noChangeAspect="1"/>
          </p:cNvPicPr>
          <p:nvPr/>
        </p:nvPicPr>
        <p:blipFill>
          <a:blip r:embed="rId3"/>
          <a:stretch>
            <a:fillRect/>
          </a:stretch>
        </p:blipFill>
        <p:spPr>
          <a:xfrm>
            <a:off x="439886" y="4334001"/>
            <a:ext cx="7249316" cy="2241199"/>
          </a:xfrm>
          <a:prstGeom prst="rect">
            <a:avLst/>
          </a:prstGeom>
        </p:spPr>
      </p:pic>
      <p:sp>
        <p:nvSpPr>
          <p:cNvPr id="86" name="Oval 85">
            <a:extLst>
              <a:ext uri="{FF2B5EF4-FFF2-40B4-BE49-F238E27FC236}">
                <a16:creationId xmlns:a16="http://schemas.microsoft.com/office/drawing/2014/main" id="{C4C270DE-0BEB-4372-B440-7EADA6FAF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3877" y="4618784"/>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8" name="Oval 87">
            <a:extLst>
              <a:ext uri="{FF2B5EF4-FFF2-40B4-BE49-F238E27FC236}">
                <a16:creationId xmlns:a16="http://schemas.microsoft.com/office/drawing/2014/main" id="{757ACA0C-8702-4043-8D4D-582EAEDF1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3877" y="4618784"/>
            <a:ext cx="365021"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3">
            <a:extLst>
              <a:ext uri="{FF2B5EF4-FFF2-40B4-BE49-F238E27FC236}">
                <a16:creationId xmlns:a16="http://schemas.microsoft.com/office/drawing/2014/main" id="{6A93FA91-6B7E-CB64-A342-1B70FB62121D}"/>
              </a:ext>
            </a:extLst>
          </p:cNvPr>
          <p:cNvSpPr/>
          <p:nvPr/>
        </p:nvSpPr>
        <p:spPr>
          <a:xfrm>
            <a:off x="841810" y="340548"/>
            <a:ext cx="4902769" cy="923330"/>
          </a:xfrm>
          <a:prstGeom prst="rect">
            <a:avLst/>
          </a:prstGeom>
          <a:noFill/>
        </p:spPr>
        <p:txBody>
          <a:bodyPr wrap="squar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mj-lt"/>
                <a:ea typeface="+mj-ea"/>
                <a:cs typeface="+mj-cs"/>
              </a:rPr>
              <a:t>Google Video</a:t>
            </a:r>
            <a:endPar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886394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75000"/>
              </a:schemeClr>
            </a:gs>
            <a:gs pos="50000">
              <a:schemeClr val="bg1">
                <a:lumMod val="75000"/>
              </a:schemeClr>
            </a:gs>
            <a:gs pos="100000">
              <a:schemeClr val="bg1">
                <a:lumMod val="50000"/>
              </a:schemeClr>
            </a:gs>
          </a:gsLst>
          <a:path path="circle">
            <a:fillToRect l="100000" t="100000"/>
          </a:path>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E970C4-7410-EB2A-4A33-855648DD8973}"/>
              </a:ext>
            </a:extLst>
          </p:cNvPr>
          <p:cNvSpPr/>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400" b="1" kern="1200" cap="none" spc="0">
                <a:ln w="12700">
                  <a:solidFill>
                    <a:schemeClr val="accent1"/>
                  </a:solidFill>
                  <a:prstDash val="solid"/>
                </a:ln>
                <a:solidFill>
                  <a:schemeClr val="tx1"/>
                </a:solidFill>
                <a:effectLst>
                  <a:outerShdw dist="38100" dir="2640000" algn="bl" rotWithShape="0">
                    <a:schemeClr val="accent1"/>
                  </a:outerShdw>
                </a:effectLst>
                <a:latin typeface="+mj-lt"/>
                <a:ea typeface="+mj-ea"/>
                <a:cs typeface="+mj-cs"/>
              </a:rPr>
              <a:t>Google Video Campaign Stats</a:t>
            </a:r>
          </a:p>
        </p:txBody>
      </p:sp>
      <p:sp>
        <p:nvSpPr>
          <p:cNvPr id="2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a:extLst>
              <a:ext uri="{FF2B5EF4-FFF2-40B4-BE49-F238E27FC236}">
                <a16:creationId xmlns:a16="http://schemas.microsoft.com/office/drawing/2014/main" id="{46EBB439-D416-99BA-6B58-C2A89DB29F71}"/>
              </a:ext>
            </a:extLst>
          </p:cNvPr>
          <p:cNvGraphicFramePr/>
          <p:nvPr>
            <p:extLst>
              <p:ext uri="{D42A27DB-BD31-4B8C-83A1-F6EECF244321}">
                <p14:modId xmlns:p14="http://schemas.microsoft.com/office/powerpoint/2010/main" val="333197795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2830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0070C0"/>
            </a:gs>
            <a:gs pos="50000">
              <a:schemeClr val="accent1">
                <a:lumMod val="105000"/>
                <a:satMod val="103000"/>
                <a:tint val="73000"/>
              </a:schemeClr>
            </a:gs>
            <a:gs pos="100000">
              <a:schemeClr val="tx2">
                <a:lumMod val="75000"/>
                <a:lumOff val="25000"/>
              </a:schemeClr>
            </a:gs>
          </a:gsLst>
          <a:lin ang="5400000" scaled="0"/>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9" name="Rectangle 2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6748E3B-52B1-1400-2949-742A4289ED78}"/>
              </a:ext>
            </a:extLst>
          </p:cNvPr>
          <p:cNvSpPr txBox="1"/>
          <p:nvPr/>
        </p:nvSpPr>
        <p:spPr>
          <a:xfrm>
            <a:off x="699714" y="353160"/>
            <a:ext cx="7091300" cy="89858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a:solidFill>
                  <a:srgbClr val="FFFFFF"/>
                </a:solidFill>
                <a:latin typeface="+mj-lt"/>
                <a:ea typeface="+mj-ea"/>
                <a:cs typeface="+mj-cs"/>
              </a:rPr>
              <a:t>Google Video Ad Group</a:t>
            </a:r>
          </a:p>
        </p:txBody>
      </p:sp>
      <p:pic>
        <p:nvPicPr>
          <p:cNvPr id="6" name="Picture 5">
            <a:extLst>
              <a:ext uri="{FF2B5EF4-FFF2-40B4-BE49-F238E27FC236}">
                <a16:creationId xmlns:a16="http://schemas.microsoft.com/office/drawing/2014/main" id="{2C50F8D3-1945-6D85-2C1F-323759F83420}"/>
              </a:ext>
            </a:extLst>
          </p:cNvPr>
          <p:cNvPicPr>
            <a:picLocks noChangeAspect="1"/>
          </p:cNvPicPr>
          <p:nvPr/>
        </p:nvPicPr>
        <p:blipFill>
          <a:blip r:embed="rId2"/>
          <a:stretch>
            <a:fillRect/>
          </a:stretch>
        </p:blipFill>
        <p:spPr>
          <a:xfrm>
            <a:off x="0" y="1576447"/>
            <a:ext cx="5131088" cy="2963202"/>
          </a:xfrm>
          <a:prstGeom prst="rect">
            <a:avLst/>
          </a:prstGeom>
        </p:spPr>
      </p:pic>
      <p:pic>
        <p:nvPicPr>
          <p:cNvPr id="4" name="Picture 3">
            <a:extLst>
              <a:ext uri="{FF2B5EF4-FFF2-40B4-BE49-F238E27FC236}">
                <a16:creationId xmlns:a16="http://schemas.microsoft.com/office/drawing/2014/main" id="{A531A91E-BB30-7AED-6FE7-2CFF6F35F8FE}"/>
              </a:ext>
            </a:extLst>
          </p:cNvPr>
          <p:cNvPicPr>
            <a:picLocks noChangeAspect="1"/>
          </p:cNvPicPr>
          <p:nvPr/>
        </p:nvPicPr>
        <p:blipFill>
          <a:blip r:embed="rId3"/>
          <a:stretch>
            <a:fillRect/>
          </a:stretch>
        </p:blipFill>
        <p:spPr>
          <a:xfrm>
            <a:off x="6096000" y="2494804"/>
            <a:ext cx="5929743" cy="4363196"/>
          </a:xfrm>
          <a:prstGeom prst="rect">
            <a:avLst/>
          </a:prstGeom>
        </p:spPr>
      </p:pic>
      <p:sp>
        <p:nvSpPr>
          <p:cNvPr id="11" name="TextBox 10">
            <a:extLst>
              <a:ext uri="{FF2B5EF4-FFF2-40B4-BE49-F238E27FC236}">
                <a16:creationId xmlns:a16="http://schemas.microsoft.com/office/drawing/2014/main" id="{928A524F-5CD6-0D39-1512-7B45BB1F434D}"/>
              </a:ext>
            </a:extLst>
          </p:cNvPr>
          <p:cNvSpPr txBox="1"/>
          <p:nvPr/>
        </p:nvSpPr>
        <p:spPr>
          <a:xfrm>
            <a:off x="8890855" y="1711967"/>
            <a:ext cx="2539145" cy="646331"/>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dirty="0"/>
              <a:t>Conv. Rate- 0.36%</a:t>
            </a:r>
          </a:p>
          <a:p>
            <a:r>
              <a:rPr lang="en-US" dirty="0"/>
              <a:t>Conversions 42.00</a:t>
            </a:r>
          </a:p>
        </p:txBody>
      </p:sp>
      <p:sp>
        <p:nvSpPr>
          <p:cNvPr id="13" name="TextBox 12">
            <a:extLst>
              <a:ext uri="{FF2B5EF4-FFF2-40B4-BE49-F238E27FC236}">
                <a16:creationId xmlns:a16="http://schemas.microsoft.com/office/drawing/2014/main" id="{EE323626-6291-CC28-F182-0C095AA64DF9}"/>
              </a:ext>
            </a:extLst>
          </p:cNvPr>
          <p:cNvSpPr txBox="1"/>
          <p:nvPr/>
        </p:nvSpPr>
        <p:spPr>
          <a:xfrm>
            <a:off x="1066800" y="5281553"/>
            <a:ext cx="2758634" cy="923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Impressions- 9846</a:t>
            </a:r>
          </a:p>
          <a:p>
            <a:r>
              <a:rPr lang="en-US" dirty="0"/>
              <a:t>Views – 969</a:t>
            </a:r>
          </a:p>
          <a:p>
            <a:r>
              <a:rPr lang="en-US" dirty="0"/>
              <a:t>Cost-$9.62</a:t>
            </a:r>
          </a:p>
        </p:txBody>
      </p:sp>
      <p:cxnSp>
        <p:nvCxnSpPr>
          <p:cNvPr id="21" name="Elbow Connector 20">
            <a:extLst>
              <a:ext uri="{FF2B5EF4-FFF2-40B4-BE49-F238E27FC236}">
                <a16:creationId xmlns:a16="http://schemas.microsoft.com/office/drawing/2014/main" id="{366063D5-99E1-58CF-6F72-A0A8CC627C2D}"/>
              </a:ext>
            </a:extLst>
          </p:cNvPr>
          <p:cNvCxnSpPr/>
          <p:nvPr/>
        </p:nvCxnSpPr>
        <p:spPr>
          <a:xfrm rot="5400000">
            <a:off x="8283507" y="1941149"/>
            <a:ext cx="460225" cy="37407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urved Connector 23">
            <a:extLst>
              <a:ext uri="{FF2B5EF4-FFF2-40B4-BE49-F238E27FC236}">
                <a16:creationId xmlns:a16="http://schemas.microsoft.com/office/drawing/2014/main" id="{A8772C9C-8C2C-280A-757E-9B56C24A824D}"/>
              </a:ext>
            </a:extLst>
          </p:cNvPr>
          <p:cNvCxnSpPr/>
          <p:nvPr/>
        </p:nvCxnSpPr>
        <p:spPr>
          <a:xfrm rot="16200000" flipH="1">
            <a:off x="1500897" y="4661220"/>
            <a:ext cx="544970" cy="498763"/>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2601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5ED0447-C206-C6E3-4CCA-5BDF121CB0DE}"/>
              </a:ext>
            </a:extLst>
          </p:cNvPr>
          <p:cNvSpPr/>
          <p:nvPr/>
        </p:nvSpPr>
        <p:spPr>
          <a:xfrm>
            <a:off x="6677025" y="574952"/>
            <a:ext cx="4391024" cy="1323439"/>
          </a:xfrm>
          <a:prstGeom prst="rect">
            <a:avLst/>
          </a:prstGeom>
        </p:spPr>
        <p:txBody>
          <a:bodyPr vert="horz" lIns="91440" tIns="45720" rIns="91440" bIns="45720" rtlCol="0" anchor="t">
            <a:normAutofit/>
          </a:bodyPr>
          <a:lstStyle/>
          <a:p>
            <a:pPr>
              <a:lnSpc>
                <a:spcPct val="90000"/>
              </a:lnSpc>
              <a:spcBef>
                <a:spcPct val="0"/>
              </a:spcBef>
              <a:spcAft>
                <a:spcPts val="600"/>
              </a:spcAft>
            </a:pPr>
            <a:endParaRPr lang="en-US" sz="4000" b="0" cap="none" spc="0" dirty="0">
              <a:ln w="0"/>
              <a:solidFill>
                <a:schemeClr val="bg1"/>
              </a:solidFill>
              <a:effectLst>
                <a:outerShdw blurRad="38100" dist="25400" dir="5400000" algn="ctr" rotWithShape="0">
                  <a:srgbClr val="6E747A">
                    <a:alpha val="43000"/>
                  </a:srgbClr>
                </a:outerShdw>
              </a:effectLst>
              <a:latin typeface="+mj-lt"/>
              <a:ea typeface="+mj-ea"/>
              <a:cs typeface="+mj-cs"/>
            </a:endParaRPr>
          </a:p>
        </p:txBody>
      </p:sp>
      <p:pic>
        <p:nvPicPr>
          <p:cNvPr id="7" name="Picture 6">
            <a:extLst>
              <a:ext uri="{FF2B5EF4-FFF2-40B4-BE49-F238E27FC236}">
                <a16:creationId xmlns:a16="http://schemas.microsoft.com/office/drawing/2014/main" id="{6DB0C033-A7E1-04B1-BB0F-E5E7CE70EF1B}"/>
              </a:ext>
            </a:extLst>
          </p:cNvPr>
          <p:cNvPicPr>
            <a:picLocks noChangeAspect="1"/>
          </p:cNvPicPr>
          <p:nvPr/>
        </p:nvPicPr>
        <p:blipFill>
          <a:blip r:embed="rId2"/>
          <a:srcRect r="7375" b="2"/>
          <a:stretch/>
        </p:blipFill>
        <p:spPr>
          <a:xfrm>
            <a:off x="827088" y="1498600"/>
            <a:ext cx="5260975" cy="4676775"/>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effectLst>
            <a:outerShdw blurRad="381000" dist="152400" dir="5400000" algn="t" rotWithShape="0">
              <a:prstClr val="black">
                <a:alpha val="10000"/>
              </a:prstClr>
            </a:outerShdw>
          </a:effectLst>
        </p:spPr>
      </p:pic>
      <p:grpSp>
        <p:nvGrpSpPr>
          <p:cNvPr id="27" name="Group 26">
            <a:extLst>
              <a:ext uri="{FF2B5EF4-FFF2-40B4-BE49-F238E27FC236}">
                <a16:creationId xmlns:a16="http://schemas.microsoft.com/office/drawing/2014/main" id="{0EAC7AFE-68C0-41EB-A1C7-108E60D7C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7088" y="4795537"/>
            <a:ext cx="5260975" cy="1410656"/>
            <a:chOff x="827088" y="4795537"/>
            <a:chExt cx="5260975" cy="1410656"/>
          </a:xfrm>
        </p:grpSpPr>
        <p:sp>
          <p:nvSpPr>
            <p:cNvPr id="28" name="Freeform: Shape 27">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9" name="TextBox 8">
            <a:extLst>
              <a:ext uri="{FF2B5EF4-FFF2-40B4-BE49-F238E27FC236}">
                <a16:creationId xmlns:a16="http://schemas.microsoft.com/office/drawing/2014/main" id="{EF72F98D-0AC6-3EFC-DA59-8504064527C9}"/>
              </a:ext>
            </a:extLst>
          </p:cNvPr>
          <p:cNvSpPr txBox="1"/>
          <p:nvPr/>
        </p:nvSpPr>
        <p:spPr>
          <a:xfrm>
            <a:off x="6981826" y="3146400"/>
            <a:ext cx="4391024" cy="26820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a:solidFill>
                  <a:schemeClr val="bg1">
                    <a:alpha val="80000"/>
                  </a:schemeClr>
                </a:solidFill>
              </a:rPr>
              <a:t>Across devices, most watched videos are on Mobile phones.  Sounds like a Go To Device for Convenience and Interest.</a:t>
            </a:r>
          </a:p>
        </p:txBody>
      </p:sp>
      <p:sp>
        <p:nvSpPr>
          <p:cNvPr id="10" name="Rectangle 9">
            <a:extLst>
              <a:ext uri="{FF2B5EF4-FFF2-40B4-BE49-F238E27FC236}">
                <a16:creationId xmlns:a16="http://schemas.microsoft.com/office/drawing/2014/main" id="{3875DF85-FEDD-CEBB-192C-09593421A459}"/>
              </a:ext>
            </a:extLst>
          </p:cNvPr>
          <p:cNvSpPr/>
          <p:nvPr/>
        </p:nvSpPr>
        <p:spPr>
          <a:xfrm>
            <a:off x="6641523" y="280539"/>
            <a:ext cx="5071630" cy="2585323"/>
          </a:xfrm>
          <a:prstGeom prst="rect">
            <a:avLst/>
          </a:prstGeom>
          <a:gradFill>
            <a:gsLst>
              <a:gs pos="0">
                <a:schemeClr val="bg1">
                  <a:lumMod val="85000"/>
                </a:schemeClr>
              </a:gs>
              <a:gs pos="50000">
                <a:schemeClr val="accent1">
                  <a:lumMod val="105000"/>
                  <a:satMod val="103000"/>
                  <a:tint val="73000"/>
                </a:schemeClr>
              </a:gs>
              <a:gs pos="100000">
                <a:schemeClr val="tx1">
                  <a:lumMod val="85000"/>
                  <a:lumOff val="15000"/>
                </a:schemeClr>
              </a:gs>
            </a:gsLst>
            <a:lin ang="5400000" scaled="0"/>
          </a:gra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spAutoFit/>
          </a:bodyPr>
          <a:lstStyle/>
          <a:p>
            <a:pPr algn="ctr"/>
            <a:endParaRPr lang="en-US" sz="5400" b="0" cap="none" spc="0" dirty="0">
              <a:ln w="0"/>
              <a:solidFill>
                <a:schemeClr val="bg1"/>
              </a:solidFill>
              <a:effectLst>
                <a:outerShdw blurRad="38100" dist="25400" dir="5400000" algn="ctr" rotWithShape="0">
                  <a:srgbClr val="6E747A">
                    <a:alpha val="43000"/>
                  </a:srgbClr>
                </a:outerShdw>
              </a:effectLst>
              <a:latin typeface="+mj-lt"/>
              <a:ea typeface="+mj-ea"/>
              <a:cs typeface="+mj-cs"/>
            </a:endParaRPr>
          </a:p>
          <a:p>
            <a:pPr algn="ctr"/>
            <a:r>
              <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mj-lt"/>
                <a:ea typeface="+mj-ea"/>
                <a:cs typeface="+mj-cs"/>
              </a:rPr>
              <a:t>Ad Performance</a:t>
            </a: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1038076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dk1">
                <a:lumMod val="110000"/>
                <a:satMod val="105000"/>
                <a:tint val="67000"/>
              </a:schemeClr>
            </a:gs>
            <a:gs pos="50000">
              <a:schemeClr val="dk1">
                <a:lumMod val="105000"/>
                <a:satMod val="103000"/>
                <a:tint val="73000"/>
              </a:schemeClr>
            </a:gs>
            <a:gs pos="100000">
              <a:schemeClr val="dk1">
                <a:lumMod val="105000"/>
                <a:satMod val="109000"/>
                <a:tint val="81000"/>
              </a:schemeClr>
            </a:gs>
          </a:gsLst>
          <a:lin ang="5400000" scaled="0"/>
        </a:gra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946A163-9788-1B94-3433-3A6FB9367056}"/>
              </a:ext>
            </a:extLst>
          </p:cNvPr>
          <p:cNvPicPr>
            <a:picLocks noChangeAspect="1"/>
          </p:cNvPicPr>
          <p:nvPr/>
        </p:nvPicPr>
        <p:blipFill>
          <a:blip r:embed="rId2"/>
          <a:stretch>
            <a:fillRect/>
          </a:stretch>
        </p:blipFill>
        <p:spPr>
          <a:xfrm>
            <a:off x="263238" y="789187"/>
            <a:ext cx="5026621" cy="3373156"/>
          </a:xfrm>
          <a:prstGeom prst="rect">
            <a:avLst/>
          </a:prstGeom>
        </p:spPr>
      </p:pic>
      <p:pic>
        <p:nvPicPr>
          <p:cNvPr id="4" name="Picture 3">
            <a:extLst>
              <a:ext uri="{FF2B5EF4-FFF2-40B4-BE49-F238E27FC236}">
                <a16:creationId xmlns:a16="http://schemas.microsoft.com/office/drawing/2014/main" id="{B3857A4C-3BD4-7DCF-7BC8-A8F16591336B}"/>
              </a:ext>
            </a:extLst>
          </p:cNvPr>
          <p:cNvPicPr>
            <a:picLocks noChangeAspect="1"/>
          </p:cNvPicPr>
          <p:nvPr/>
        </p:nvPicPr>
        <p:blipFill>
          <a:blip r:embed="rId3"/>
          <a:stretch>
            <a:fillRect/>
          </a:stretch>
        </p:blipFill>
        <p:spPr>
          <a:xfrm>
            <a:off x="6167841" y="0"/>
            <a:ext cx="5883746" cy="2527443"/>
          </a:xfrm>
          <a:prstGeom prst="rect">
            <a:avLst/>
          </a:prstGeom>
        </p:spPr>
      </p:pic>
      <p:sp>
        <p:nvSpPr>
          <p:cNvPr id="62" name="Rectangle 6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455205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88032EF-71E8-450F-CBA9-B0142886BE35}"/>
              </a:ext>
            </a:extLst>
          </p:cNvPr>
          <p:cNvPicPr>
            <a:picLocks noChangeAspect="1"/>
          </p:cNvPicPr>
          <p:nvPr/>
        </p:nvPicPr>
        <p:blipFill>
          <a:blip r:embed="rId4"/>
          <a:stretch>
            <a:fillRect/>
          </a:stretch>
        </p:blipFill>
        <p:spPr>
          <a:xfrm>
            <a:off x="6199796" y="2529293"/>
            <a:ext cx="4436205" cy="3266100"/>
          </a:xfrm>
          <a:prstGeom prst="rect">
            <a:avLst/>
          </a:prstGeom>
        </p:spPr>
      </p:pic>
      <p:sp>
        <p:nvSpPr>
          <p:cNvPr id="12" name="TextBox 11">
            <a:extLst>
              <a:ext uri="{FF2B5EF4-FFF2-40B4-BE49-F238E27FC236}">
                <a16:creationId xmlns:a16="http://schemas.microsoft.com/office/drawing/2014/main" id="{40E8211A-50F3-9529-46BF-D6D80610AA2F}"/>
              </a:ext>
            </a:extLst>
          </p:cNvPr>
          <p:cNvSpPr txBox="1"/>
          <p:nvPr/>
        </p:nvSpPr>
        <p:spPr>
          <a:xfrm>
            <a:off x="263238" y="4269056"/>
            <a:ext cx="4904508" cy="2482232"/>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oAutofit/>
          </a:bodyPr>
          <a:lstStyle/>
          <a:p>
            <a:pPr>
              <a:lnSpc>
                <a:spcPct val="90000"/>
              </a:lnSpc>
              <a:spcAft>
                <a:spcPts val="600"/>
              </a:spcAft>
            </a:pPr>
            <a:r>
              <a:rPr lang="en-US" sz="2800" dirty="0">
                <a:effectLst/>
                <a:latin typeface="ACADEMY ENGRAVED LET PLAIN:1.0" panose="02000000000000000000" pitchFamily="2" charset="0"/>
              </a:rPr>
              <a:t>Within the audience segment of our Video</a:t>
            </a:r>
            <a:r>
              <a:rPr lang="en-US" sz="2800" dirty="0">
                <a:latin typeface="ACADEMY ENGRAVED LET PLAIN:1.0" panose="02000000000000000000" pitchFamily="2" charset="0"/>
              </a:rPr>
              <a:t> </a:t>
            </a:r>
            <a:r>
              <a:rPr lang="en-US" sz="2800" dirty="0">
                <a:effectLst/>
                <a:latin typeface="ACADEMY ENGRAVED LET PLAIN:1.0" panose="02000000000000000000" pitchFamily="2" charset="0"/>
              </a:rPr>
              <a:t>campaign, we observed that individuals searching </a:t>
            </a:r>
            <a:r>
              <a:rPr lang="en-US" sz="2800" dirty="0">
                <a:latin typeface="ACADEMY ENGRAVED LET PLAIN:1.0" panose="02000000000000000000" pitchFamily="2" charset="0"/>
              </a:rPr>
              <a:t>f</a:t>
            </a:r>
            <a:r>
              <a:rPr lang="en-US" sz="2800" dirty="0">
                <a:effectLst/>
                <a:latin typeface="ACADEMY ENGRAVED LET PLAIN:1.0" panose="02000000000000000000" pitchFamily="2" charset="0"/>
              </a:rPr>
              <a:t>or Post Secondary Education were also</a:t>
            </a:r>
            <a:r>
              <a:rPr lang="en-US" sz="2800" dirty="0">
                <a:latin typeface="ACADEMY ENGRAVED LET PLAIN:1.0" panose="02000000000000000000" pitchFamily="2" charset="0"/>
              </a:rPr>
              <a:t> </a:t>
            </a:r>
            <a:r>
              <a:rPr lang="en-US" sz="2800" dirty="0">
                <a:effectLst/>
                <a:latin typeface="ACADEMY ENGRAVED LET PLAIN:1.0" panose="02000000000000000000" pitchFamily="2" charset="0"/>
              </a:rPr>
              <a:t>engaging with our course advertisements.</a:t>
            </a:r>
            <a:br>
              <a:rPr lang="en-US" sz="2800" dirty="0">
                <a:latin typeface="ACADEMY ENGRAVED LET PLAIN:1.0" panose="02000000000000000000" pitchFamily="2" charset="0"/>
              </a:rPr>
            </a:br>
            <a:endParaRPr lang="en-US" sz="2800" dirty="0">
              <a:latin typeface="ACADEMY ENGRAVED LET PLAIN:1.0" panose="02000000000000000000" pitchFamily="2" charset="0"/>
            </a:endParaRPr>
          </a:p>
        </p:txBody>
      </p:sp>
      <p:sp>
        <p:nvSpPr>
          <p:cNvPr id="15" name="TextBox 14">
            <a:extLst>
              <a:ext uri="{FF2B5EF4-FFF2-40B4-BE49-F238E27FC236}">
                <a16:creationId xmlns:a16="http://schemas.microsoft.com/office/drawing/2014/main" id="{19FEEF81-22E4-5D27-5640-683FD27D1AC4}"/>
              </a:ext>
            </a:extLst>
          </p:cNvPr>
          <p:cNvSpPr txBox="1"/>
          <p:nvPr/>
        </p:nvSpPr>
        <p:spPr>
          <a:xfrm>
            <a:off x="6167841" y="5865032"/>
            <a:ext cx="5182830" cy="92333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dirty="0">
                <a:latin typeface="Apple Chancery" panose="03020702040506060504" pitchFamily="66" charset="-79"/>
                <a:cs typeface="Apple Chancery" panose="03020702040506060504" pitchFamily="66" charset="-79"/>
              </a:rPr>
              <a:t>Most Engagements are from 18-25 and clicks from above the age group of 64. males seem to have greater interest than Females.</a:t>
            </a:r>
          </a:p>
        </p:txBody>
      </p:sp>
      <p:sp>
        <p:nvSpPr>
          <p:cNvPr id="27" name="TextBox 26">
            <a:extLst>
              <a:ext uri="{FF2B5EF4-FFF2-40B4-BE49-F238E27FC236}">
                <a16:creationId xmlns:a16="http://schemas.microsoft.com/office/drawing/2014/main" id="{AF2BDE9C-A74D-0B27-63D6-B8B12B8B251D}"/>
              </a:ext>
            </a:extLst>
          </p:cNvPr>
          <p:cNvSpPr txBox="1"/>
          <p:nvPr/>
        </p:nvSpPr>
        <p:spPr>
          <a:xfrm>
            <a:off x="376651" y="110869"/>
            <a:ext cx="5414549" cy="46166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400" b="1" spc="50" dirty="0">
                <a:ln w="0"/>
                <a:solidFill>
                  <a:schemeClr val="bg2"/>
                </a:solidFill>
                <a:effectLst>
                  <a:innerShdw blurRad="63500" dist="50800" dir="13500000">
                    <a:srgbClr val="000000">
                      <a:alpha val="50000"/>
                    </a:srgbClr>
                  </a:innerShdw>
                </a:effectLst>
                <a:latin typeface="AkayaKanadaka" panose="02010502080401010103" pitchFamily="2" charset="77"/>
                <a:cs typeface="AkayaKanadaka" panose="02010502080401010103" pitchFamily="2" charset="77"/>
              </a:rPr>
              <a:t>Demographics as per Gender and Age</a:t>
            </a:r>
          </a:p>
        </p:txBody>
      </p:sp>
    </p:spTree>
    <p:extLst>
      <p:ext uri="{BB962C8B-B14F-4D97-AF65-F5344CB8AC3E}">
        <p14:creationId xmlns:p14="http://schemas.microsoft.com/office/powerpoint/2010/main" val="3454040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2"/>
          <p:cNvGrpSpPr/>
          <p:nvPr/>
        </p:nvGrpSpPr>
        <p:grpSpPr>
          <a:xfrm>
            <a:off x="6096000" y="0"/>
            <a:ext cx="6096000" cy="6858000"/>
            <a:chOff x="0" y="0"/>
            <a:chExt cx="12192000" cy="13716000"/>
          </a:xfrm>
        </p:grpSpPr>
        <p:pic>
          <p:nvPicPr>
            <p:cNvPr id="3" name="Picture 3"/>
            <p:cNvPicPr>
              <a:picLocks noChangeAspect="1"/>
            </p:cNvPicPr>
            <p:nvPr/>
          </p:nvPicPr>
          <p:blipFill>
            <a:blip r:embed="rId2"/>
            <a:srcRect l="4605" r="4605"/>
            <a:stretch>
              <a:fillRect/>
            </a:stretch>
          </p:blipFill>
          <p:spPr>
            <a:xfrm>
              <a:off x="0" y="0"/>
              <a:ext cx="12192000" cy="13716000"/>
            </a:xfrm>
            <a:prstGeom prst="rect">
              <a:avLst/>
            </a:prstGeom>
          </p:spPr>
        </p:pic>
      </p:grpSp>
      <p:sp>
        <p:nvSpPr>
          <p:cNvPr id="4" name="AutoShape 4"/>
          <p:cNvSpPr/>
          <p:nvPr/>
        </p:nvSpPr>
        <p:spPr>
          <a:xfrm rot="-5400000">
            <a:off x="10671790" y="2158306"/>
            <a:ext cx="1637788" cy="0"/>
          </a:xfrm>
          <a:prstGeom prst="line">
            <a:avLst/>
          </a:prstGeom>
          <a:ln w="28575" cap="rnd">
            <a:solidFill>
              <a:srgbClr val="FFFFFF"/>
            </a:solidFill>
            <a:prstDash val="solid"/>
            <a:headEnd type="none" w="sm" len="sm"/>
            <a:tailEnd type="none" w="sm" len="sm"/>
          </a:ln>
        </p:spPr>
        <p:txBody>
          <a:bodyPr/>
          <a:lstStyle/>
          <a:p>
            <a:endParaRPr lang="en-US" sz="1200"/>
          </a:p>
        </p:txBody>
      </p:sp>
      <p:sp>
        <p:nvSpPr>
          <p:cNvPr id="5" name="Freeform 5"/>
          <p:cNvSpPr/>
          <p:nvPr/>
        </p:nvSpPr>
        <p:spPr>
          <a:xfrm>
            <a:off x="308440" y="1578521"/>
            <a:ext cx="4801790" cy="4129539"/>
          </a:xfrm>
          <a:custGeom>
            <a:avLst/>
            <a:gdLst/>
            <a:ahLst/>
            <a:cxnLst/>
            <a:rect l="l" t="t" r="r" b="b"/>
            <a:pathLst>
              <a:path w="7202685" h="6194309">
                <a:moveTo>
                  <a:pt x="0" y="0"/>
                </a:moveTo>
                <a:lnTo>
                  <a:pt x="7202686" y="0"/>
                </a:lnTo>
                <a:lnTo>
                  <a:pt x="7202686" y="6194309"/>
                </a:lnTo>
                <a:lnTo>
                  <a:pt x="0" y="61943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6" name="TextBox 6"/>
          <p:cNvSpPr txBox="1"/>
          <p:nvPr/>
        </p:nvSpPr>
        <p:spPr>
          <a:xfrm>
            <a:off x="1276450" y="259911"/>
            <a:ext cx="3191510" cy="588623"/>
          </a:xfrm>
          <a:prstGeom prst="rect">
            <a:avLst/>
          </a:prstGeom>
        </p:spPr>
        <p:txBody>
          <a:bodyPr lIns="0" tIns="0" rIns="0" bIns="0" rtlCol="0" anchor="t">
            <a:spAutoFit/>
          </a:bodyPr>
          <a:lstStyle/>
          <a:p>
            <a:pPr algn="ctr">
              <a:lnSpc>
                <a:spcPts val="4853"/>
              </a:lnSpc>
            </a:pPr>
            <a:r>
              <a:rPr lang="en-US" sz="3466" b="1">
                <a:solidFill>
                  <a:srgbClr val="000000"/>
                </a:solidFill>
                <a:latin typeface="Canva Sans Bold"/>
                <a:ea typeface="Canva Sans Bold"/>
                <a:cs typeface="Canva Sans Bold"/>
                <a:sym typeface="Canva Sans Bold"/>
              </a:rPr>
              <a:t>SOCIAL MEDIA</a:t>
            </a:r>
          </a:p>
        </p:txBody>
      </p:sp>
      <p:sp>
        <p:nvSpPr>
          <p:cNvPr id="7" name="TextBox 7"/>
          <p:cNvSpPr txBox="1"/>
          <p:nvPr/>
        </p:nvSpPr>
        <p:spPr>
          <a:xfrm>
            <a:off x="637578" y="2379732"/>
            <a:ext cx="4469255" cy="2544479"/>
          </a:xfrm>
          <a:prstGeom prst="rect">
            <a:avLst/>
          </a:prstGeom>
        </p:spPr>
        <p:txBody>
          <a:bodyPr lIns="0" tIns="0" rIns="0" bIns="0" rtlCol="0" anchor="t">
            <a:spAutoFit/>
          </a:bodyPr>
          <a:lstStyle/>
          <a:p>
            <a:pPr algn="ctr">
              <a:lnSpc>
                <a:spcPts val="2475"/>
              </a:lnSpc>
            </a:pPr>
            <a:r>
              <a:rPr lang="en-US" sz="1767">
                <a:solidFill>
                  <a:srgbClr val="000000"/>
                </a:solidFill>
                <a:latin typeface="Canva Sans"/>
                <a:ea typeface="Canva Sans"/>
                <a:cs typeface="Canva Sans"/>
                <a:sym typeface="Canva Sans"/>
              </a:rPr>
              <a:t>We decided to promote MSMAI </a:t>
            </a:r>
          </a:p>
          <a:p>
            <a:pPr algn="ctr">
              <a:lnSpc>
                <a:spcPts val="2475"/>
              </a:lnSpc>
            </a:pPr>
            <a:r>
              <a:rPr lang="en-US" sz="1767">
                <a:solidFill>
                  <a:srgbClr val="000000"/>
                </a:solidFill>
                <a:latin typeface="Canva Sans"/>
                <a:ea typeface="Canva Sans"/>
                <a:cs typeface="Canva Sans"/>
                <a:sym typeface="Canva Sans"/>
              </a:rPr>
              <a:t>through social media channels like </a:t>
            </a:r>
          </a:p>
          <a:p>
            <a:pPr algn="ctr">
              <a:lnSpc>
                <a:spcPts val="2475"/>
              </a:lnSpc>
            </a:pPr>
            <a:r>
              <a:rPr lang="en-US" sz="1767">
                <a:solidFill>
                  <a:srgbClr val="000000"/>
                </a:solidFill>
                <a:latin typeface="Canva Sans"/>
                <a:ea typeface="Canva Sans"/>
                <a:cs typeface="Canva Sans"/>
                <a:sym typeface="Canva Sans"/>
              </a:rPr>
              <a:t> Facebook and Instagram in </a:t>
            </a:r>
          </a:p>
          <a:p>
            <a:pPr algn="ctr">
              <a:lnSpc>
                <a:spcPts val="2475"/>
              </a:lnSpc>
            </a:pPr>
            <a:r>
              <a:rPr lang="en-US" sz="1767">
                <a:solidFill>
                  <a:srgbClr val="000000"/>
                </a:solidFill>
                <a:latin typeface="Canva Sans"/>
                <a:ea typeface="Canva Sans"/>
                <a:cs typeface="Canva Sans"/>
                <a:sym typeface="Canva Sans"/>
              </a:rPr>
              <a:t>New Delhi, India </a:t>
            </a:r>
          </a:p>
          <a:p>
            <a:pPr algn="ctr">
              <a:lnSpc>
                <a:spcPts val="2475"/>
              </a:lnSpc>
            </a:pPr>
            <a:r>
              <a:rPr lang="en-US" sz="1767">
                <a:solidFill>
                  <a:srgbClr val="000000"/>
                </a:solidFill>
                <a:latin typeface="Canva Sans"/>
                <a:ea typeface="Canva Sans"/>
                <a:cs typeface="Canva Sans"/>
                <a:sym typeface="Canva Sans"/>
              </a:rPr>
              <a:t>because Delhi is the hub of</a:t>
            </a:r>
          </a:p>
          <a:p>
            <a:pPr algn="ctr">
              <a:lnSpc>
                <a:spcPts val="2475"/>
              </a:lnSpc>
            </a:pPr>
            <a:r>
              <a:rPr lang="en-US" sz="1767">
                <a:solidFill>
                  <a:srgbClr val="000000"/>
                </a:solidFill>
                <a:latin typeface="Canva Sans"/>
                <a:ea typeface="Canva Sans"/>
                <a:cs typeface="Canva Sans"/>
                <a:sym typeface="Canva Sans"/>
              </a:rPr>
              <a:t> Social media influencers</a:t>
            </a:r>
          </a:p>
          <a:p>
            <a:pPr algn="ctr">
              <a:lnSpc>
                <a:spcPts val="2475"/>
              </a:lnSpc>
            </a:pPr>
            <a:r>
              <a:rPr lang="en-US" sz="1767">
                <a:solidFill>
                  <a:srgbClr val="000000"/>
                </a:solidFill>
                <a:latin typeface="Canva Sans"/>
                <a:ea typeface="Canva Sans"/>
                <a:cs typeface="Canva Sans"/>
                <a:sym typeface="Canva Sans"/>
              </a:rPr>
              <a:t> and have high percentage </a:t>
            </a:r>
          </a:p>
          <a:p>
            <a:pPr algn="ctr">
              <a:lnSpc>
                <a:spcPts val="2475"/>
              </a:lnSpc>
            </a:pPr>
            <a:r>
              <a:rPr lang="en-US" sz="1767">
                <a:solidFill>
                  <a:srgbClr val="000000"/>
                </a:solidFill>
                <a:latin typeface="Canva Sans"/>
                <a:ea typeface="Canva Sans"/>
                <a:cs typeface="Canva Sans"/>
                <a:sym typeface="Canva Sans"/>
              </a:rPr>
              <a:t>of people using Facebook and Instagram.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8D97FB5-E770-9C6B-37C1-7C700EB2F986}"/>
              </a:ext>
            </a:extLst>
          </p:cNvPr>
          <p:cNvPicPr>
            <a:picLocks noChangeAspect="1"/>
          </p:cNvPicPr>
          <p:nvPr/>
        </p:nvPicPr>
        <p:blipFill>
          <a:blip r:embed="rId2">
            <a:alphaModFix amt="35000"/>
          </a:blip>
          <a:srcRect b="15730"/>
          <a:stretch/>
        </p:blipFill>
        <p:spPr>
          <a:xfrm>
            <a:off x="20" y="10"/>
            <a:ext cx="12191980" cy="6857990"/>
          </a:xfrm>
          <a:prstGeom prst="rect">
            <a:avLst/>
          </a:prstGeom>
        </p:spPr>
      </p:pic>
      <p:sp>
        <p:nvSpPr>
          <p:cNvPr id="8" name="TextBox 7">
            <a:extLst>
              <a:ext uri="{FF2B5EF4-FFF2-40B4-BE49-F238E27FC236}">
                <a16:creationId xmlns:a16="http://schemas.microsoft.com/office/drawing/2014/main" id="{CD675F18-BAB5-7FA7-3EAC-5EF1222E923A}"/>
              </a:ext>
            </a:extLst>
          </p:cNvPr>
          <p:cNvSpPr txBox="1"/>
          <p:nvPr/>
        </p:nvSpPr>
        <p:spPr>
          <a:xfrm>
            <a:off x="355600" y="187325"/>
            <a:ext cx="80645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dirty="0">
                <a:solidFill>
                  <a:srgbClr val="FFFFFF"/>
                </a:solidFill>
                <a:latin typeface="+mj-lt"/>
                <a:ea typeface="+mj-ea"/>
                <a:cs typeface="+mj-cs"/>
              </a:rPr>
              <a:t>Social Media Overall Performance</a:t>
            </a:r>
          </a:p>
        </p:txBody>
      </p:sp>
      <p:graphicFrame>
        <p:nvGraphicFramePr>
          <p:cNvPr id="9" name="TextBox 6">
            <a:extLst>
              <a:ext uri="{FF2B5EF4-FFF2-40B4-BE49-F238E27FC236}">
                <a16:creationId xmlns:a16="http://schemas.microsoft.com/office/drawing/2014/main" id="{12E1F9A4-4A1B-F265-3A22-35985B0DAA76}"/>
              </a:ext>
            </a:extLst>
          </p:cNvPr>
          <p:cNvGraphicFramePr/>
          <p:nvPr>
            <p:extLst>
              <p:ext uri="{D42A27DB-BD31-4B8C-83A1-F6EECF244321}">
                <p14:modId xmlns:p14="http://schemas.microsoft.com/office/powerpoint/2010/main" val="603587273"/>
              </p:ext>
            </p:extLst>
          </p:nvPr>
        </p:nvGraphicFramePr>
        <p:xfrm>
          <a:off x="152400" y="2273300"/>
          <a:ext cx="116840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CE8E9517-88F4-6BF9-1978-2EF9AE7F619C}"/>
              </a:ext>
            </a:extLst>
          </p:cNvPr>
          <p:cNvSpPr txBox="1"/>
          <p:nvPr/>
        </p:nvSpPr>
        <p:spPr>
          <a:xfrm>
            <a:off x="2565400" y="1638300"/>
            <a:ext cx="7416800" cy="923330"/>
          </a:xfrm>
          <a:prstGeom prst="rect">
            <a:avLst/>
          </a:prstGeom>
          <a:noFill/>
        </p:spPr>
        <p:txBody>
          <a:bodyPr wrap="square" rtlCol="0">
            <a:spAutoFit/>
          </a:bodyPr>
          <a:lstStyle/>
          <a:p>
            <a:pPr lvl="0"/>
            <a:r>
              <a:rPr lang="en-US" dirty="0"/>
              <a:t>We used these platforms to convey a story through our campaign, which included two posts and two videos about our school, program, and recent student accomplishments. The results were excellent.</a:t>
            </a:r>
          </a:p>
        </p:txBody>
      </p:sp>
    </p:spTree>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00AC3D"/>
            </a:gs>
            <a:gs pos="50000">
              <a:schemeClr val="accent6">
                <a:lumMod val="75000"/>
              </a:schemeClr>
            </a:gs>
            <a:gs pos="100000">
              <a:schemeClr val="accent6">
                <a:lumMod val="50000"/>
              </a:schemeClr>
            </a:gs>
          </a:gsLst>
          <a:lin ang="5400000" scaled="0"/>
        </a:gradFill>
        <a:effectLst/>
      </p:bgPr>
    </p:bg>
    <p:spTree>
      <p:nvGrpSpPr>
        <p:cNvPr id="1" name=""/>
        <p:cNvGrpSpPr/>
        <p:nvPr/>
      </p:nvGrpSpPr>
      <p:grpSpPr>
        <a:xfrm>
          <a:off x="0" y="0"/>
          <a:ext cx="0" cy="0"/>
          <a:chOff x="0" y="0"/>
          <a:chExt cx="0" cy="0"/>
        </a:xfrm>
      </p:grpSpPr>
      <p:grpSp>
        <p:nvGrpSpPr>
          <p:cNvPr id="2" name="Group 2"/>
          <p:cNvGrpSpPr/>
          <p:nvPr/>
        </p:nvGrpSpPr>
        <p:grpSpPr>
          <a:xfrm>
            <a:off x="6400857" y="0"/>
            <a:ext cx="5791143" cy="6858000"/>
            <a:chOff x="0" y="0"/>
            <a:chExt cx="11582287" cy="13716000"/>
          </a:xfrm>
        </p:grpSpPr>
        <p:pic>
          <p:nvPicPr>
            <p:cNvPr id="3" name="Picture 3"/>
            <p:cNvPicPr>
              <a:picLocks noChangeAspect="1"/>
            </p:cNvPicPr>
            <p:nvPr/>
          </p:nvPicPr>
          <p:blipFill>
            <a:blip r:embed="rId2"/>
            <a:srcRect l="7092" r="7092"/>
            <a:stretch>
              <a:fillRect/>
            </a:stretch>
          </p:blipFill>
          <p:spPr>
            <a:xfrm>
              <a:off x="0" y="0"/>
              <a:ext cx="11582287" cy="13716000"/>
            </a:xfrm>
            <a:prstGeom prst="rect">
              <a:avLst/>
            </a:prstGeom>
          </p:spPr>
        </p:pic>
      </p:grpSp>
      <p:sp>
        <p:nvSpPr>
          <p:cNvPr id="4" name="Freeform 4"/>
          <p:cNvSpPr/>
          <p:nvPr/>
        </p:nvSpPr>
        <p:spPr>
          <a:xfrm rot="-5400000">
            <a:off x="143608" y="833316"/>
            <a:ext cx="562708" cy="140677"/>
          </a:xfrm>
          <a:custGeom>
            <a:avLst/>
            <a:gdLst/>
            <a:ahLst/>
            <a:cxnLst/>
            <a:rect l="l" t="t" r="r" b="b"/>
            <a:pathLst>
              <a:path w="844062" h="211015">
                <a:moveTo>
                  <a:pt x="0" y="0"/>
                </a:moveTo>
                <a:lnTo>
                  <a:pt x="844061" y="0"/>
                </a:lnTo>
                <a:lnTo>
                  <a:pt x="844061" y="211015"/>
                </a:lnTo>
                <a:lnTo>
                  <a:pt x="0" y="211015"/>
                </a:lnTo>
                <a:lnTo>
                  <a:pt x="0" y="0"/>
                </a:lnTo>
                <a:close/>
              </a:path>
            </a:pathLst>
          </a:custGeom>
          <a:blipFill>
            <a:blip r:embed="rId3">
              <a:alphaModFix amt="75000"/>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6" name="Freeform 6"/>
          <p:cNvSpPr/>
          <p:nvPr/>
        </p:nvSpPr>
        <p:spPr>
          <a:xfrm>
            <a:off x="70031" y="1644488"/>
            <a:ext cx="5791143" cy="2495712"/>
          </a:xfrm>
          <a:custGeom>
            <a:avLst/>
            <a:gdLst/>
            <a:ahLst/>
            <a:cxnLst/>
            <a:rect l="l" t="t" r="r" b="b"/>
            <a:pathLst>
              <a:path w="8731347" h="4111671">
                <a:moveTo>
                  <a:pt x="0" y="0"/>
                </a:moveTo>
                <a:lnTo>
                  <a:pt x="8731347" y="0"/>
                </a:lnTo>
                <a:lnTo>
                  <a:pt x="8731347" y="4111671"/>
                </a:lnTo>
                <a:lnTo>
                  <a:pt x="0" y="41116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7" name="TextBox 7"/>
          <p:cNvSpPr txBox="1"/>
          <p:nvPr/>
        </p:nvSpPr>
        <p:spPr>
          <a:xfrm>
            <a:off x="1033959" y="264421"/>
            <a:ext cx="4205883" cy="1369990"/>
          </a:xfrm>
          <a:prstGeom prst="rect">
            <a:avLst/>
          </a:prstGeom>
        </p:spPr>
        <p:txBody>
          <a:bodyPr lIns="0" tIns="0" rIns="0" bIns="0" rtlCol="0" anchor="t">
            <a:spAutoFit/>
          </a:bodyPr>
          <a:lstStyle/>
          <a:p>
            <a:pPr algn="ctr">
              <a:lnSpc>
                <a:spcPts val="5334"/>
              </a:lnSpc>
              <a:spcBef>
                <a:spcPct val="0"/>
              </a:spcBef>
            </a:pPr>
            <a:r>
              <a:rPr lang="en-US" sz="5334" b="1" dirty="0">
                <a:solidFill>
                  <a:schemeClr val="bg1"/>
                </a:solidFill>
                <a:latin typeface="Montserrat Ultra-Bold"/>
                <a:ea typeface="Montserrat Ultra-Bold"/>
                <a:cs typeface="Montserrat Ultra-Bold"/>
                <a:sym typeface="Montserrat Ultra-Bold"/>
              </a:rPr>
              <a:t>Budget and Post 1</a:t>
            </a:r>
          </a:p>
        </p:txBody>
      </p:sp>
      <p:sp>
        <p:nvSpPr>
          <p:cNvPr id="8" name="TextBox 8"/>
          <p:cNvSpPr txBox="1"/>
          <p:nvPr/>
        </p:nvSpPr>
        <p:spPr>
          <a:xfrm>
            <a:off x="744469" y="1879813"/>
            <a:ext cx="4830831" cy="1804981"/>
          </a:xfrm>
          <a:prstGeom prst="rect">
            <a:avLst/>
          </a:prstGeom>
        </p:spPr>
        <p:txBody>
          <a:bodyPr wrap="square" lIns="0" tIns="0" rIns="0" bIns="0" rtlCol="0" anchor="t">
            <a:spAutoFit/>
          </a:bodyPr>
          <a:lstStyle/>
          <a:p>
            <a:pPr>
              <a:lnSpc>
                <a:spcPct val="150000"/>
              </a:lnSpc>
            </a:pPr>
            <a:r>
              <a:rPr lang="en-US" sz="1600" dirty="0">
                <a:solidFill>
                  <a:srgbClr val="000000"/>
                </a:solidFill>
                <a:latin typeface="Montserrat"/>
                <a:ea typeface="Montserrat"/>
                <a:cs typeface="Montserrat"/>
                <a:sym typeface="Montserrat"/>
              </a:rPr>
              <a:t>The first post we made on October 13, 2024, used $30 of the $260 we allocated for our social media campaign on Facebook and Instagram for the first week, inspiring those who wished to pursue marketing careers. </a:t>
            </a:r>
          </a:p>
        </p:txBody>
      </p:sp>
      <p:graphicFrame>
        <p:nvGraphicFramePr>
          <p:cNvPr id="11" name="Table 5">
            <a:extLst>
              <a:ext uri="{FF2B5EF4-FFF2-40B4-BE49-F238E27FC236}">
                <a16:creationId xmlns:a16="http://schemas.microsoft.com/office/drawing/2014/main" id="{61589F22-6157-2C7C-625B-A298EDBB4BEB}"/>
              </a:ext>
            </a:extLst>
          </p:cNvPr>
          <p:cNvGraphicFramePr>
            <a:graphicFrameLocks noGrp="1"/>
          </p:cNvGraphicFramePr>
          <p:nvPr>
            <p:extLst>
              <p:ext uri="{D42A27DB-BD31-4B8C-83A1-F6EECF244321}">
                <p14:modId xmlns:p14="http://schemas.microsoft.com/office/powerpoint/2010/main" val="1494483645"/>
              </p:ext>
            </p:extLst>
          </p:nvPr>
        </p:nvGraphicFramePr>
        <p:xfrm>
          <a:off x="70031" y="4385602"/>
          <a:ext cx="6231041" cy="1614259"/>
        </p:xfrm>
        <a:graphic>
          <a:graphicData uri="http://schemas.openxmlformats.org/drawingml/2006/table">
            <a:tbl>
              <a:tblPr>
                <a:tableStyleId>{69C7853C-536D-4A76-A0AE-DD22124D55A5}</a:tableStyleId>
              </a:tblPr>
              <a:tblGrid>
                <a:gridCol w="1080301">
                  <a:extLst>
                    <a:ext uri="{9D8B030D-6E8A-4147-A177-3AD203B41FA5}">
                      <a16:colId xmlns:a16="http://schemas.microsoft.com/office/drawing/2014/main" val="20000"/>
                    </a:ext>
                  </a:extLst>
                </a:gridCol>
                <a:gridCol w="1652585">
                  <a:extLst>
                    <a:ext uri="{9D8B030D-6E8A-4147-A177-3AD203B41FA5}">
                      <a16:colId xmlns:a16="http://schemas.microsoft.com/office/drawing/2014/main" val="20001"/>
                    </a:ext>
                  </a:extLst>
                </a:gridCol>
                <a:gridCol w="1171405">
                  <a:extLst>
                    <a:ext uri="{9D8B030D-6E8A-4147-A177-3AD203B41FA5}">
                      <a16:colId xmlns:a16="http://schemas.microsoft.com/office/drawing/2014/main" val="20002"/>
                    </a:ext>
                  </a:extLst>
                </a:gridCol>
                <a:gridCol w="1077233">
                  <a:extLst>
                    <a:ext uri="{9D8B030D-6E8A-4147-A177-3AD203B41FA5}">
                      <a16:colId xmlns:a16="http://schemas.microsoft.com/office/drawing/2014/main" val="20003"/>
                    </a:ext>
                  </a:extLst>
                </a:gridCol>
                <a:gridCol w="1249517">
                  <a:extLst>
                    <a:ext uri="{9D8B030D-6E8A-4147-A177-3AD203B41FA5}">
                      <a16:colId xmlns:a16="http://schemas.microsoft.com/office/drawing/2014/main" val="20004"/>
                    </a:ext>
                  </a:extLst>
                </a:gridCol>
              </a:tblGrid>
              <a:tr h="872198">
                <a:tc>
                  <a:txBody>
                    <a:bodyPr/>
                    <a:lstStyle/>
                    <a:p>
                      <a:pPr algn="l">
                        <a:lnSpc>
                          <a:spcPts val="3220"/>
                        </a:lnSpc>
                        <a:defRPr/>
                      </a:pPr>
                      <a:r>
                        <a:rPr lang="en-US" sz="1600" b="1" dirty="0">
                          <a:solidFill>
                            <a:srgbClr val="FDFDFD"/>
                          </a:solidFill>
                          <a:sym typeface="Montserrat"/>
                        </a:rPr>
                        <a:t>Reach</a:t>
                      </a:r>
                      <a:r>
                        <a:rPr lang="en-US" sz="1600" dirty="0">
                          <a:solidFill>
                            <a:srgbClr val="FDFDFD"/>
                          </a:solidFill>
                          <a:sym typeface="Montserrat"/>
                        </a:rPr>
                        <a:t>  </a:t>
                      </a:r>
                      <a:endParaRPr lang="en-US" sz="1600" dirty="0"/>
                    </a:p>
                  </a:txBody>
                  <a:tcPr marL="190500" marR="190500" marT="190500" marB="190500" anchor="ctr"/>
                </a:tc>
                <a:tc>
                  <a:txBody>
                    <a:bodyPr/>
                    <a:lstStyle/>
                    <a:p>
                      <a:pPr algn="ctr">
                        <a:lnSpc>
                          <a:spcPts val="3220"/>
                        </a:lnSpc>
                        <a:defRPr/>
                      </a:pPr>
                      <a:r>
                        <a:rPr lang="en-US" sz="1600" b="1" dirty="0">
                          <a:solidFill>
                            <a:srgbClr val="FDFDFD"/>
                          </a:solidFill>
                          <a:sym typeface="Montserrat"/>
                        </a:rPr>
                        <a:t>Impression</a:t>
                      </a:r>
                      <a:r>
                        <a:rPr lang="en-US" sz="1600" dirty="0">
                          <a:solidFill>
                            <a:srgbClr val="FDFDFD"/>
                          </a:solidFill>
                          <a:sym typeface="Montserrat"/>
                        </a:rPr>
                        <a:t>  </a:t>
                      </a:r>
                      <a:endParaRPr lang="en-US" sz="1600" dirty="0"/>
                    </a:p>
                  </a:txBody>
                  <a:tcPr marL="190500" marR="190500" marT="190500" marB="190500" anchor="ctr"/>
                </a:tc>
                <a:tc>
                  <a:txBody>
                    <a:bodyPr/>
                    <a:lstStyle/>
                    <a:p>
                      <a:pPr algn="l">
                        <a:lnSpc>
                          <a:spcPts val="3220"/>
                        </a:lnSpc>
                        <a:defRPr/>
                      </a:pPr>
                      <a:r>
                        <a:rPr lang="en-US" sz="1600" b="1" dirty="0">
                          <a:solidFill>
                            <a:srgbClr val="FDFDFD"/>
                          </a:solidFill>
                          <a:sym typeface="Montserrat"/>
                        </a:rPr>
                        <a:t>Results</a:t>
                      </a:r>
                      <a:r>
                        <a:rPr lang="en-US" sz="1600" dirty="0">
                          <a:solidFill>
                            <a:srgbClr val="000000"/>
                          </a:solidFill>
                          <a:sym typeface="Montserrat"/>
                        </a:rPr>
                        <a:t>  </a:t>
                      </a:r>
                      <a:endParaRPr lang="en-US" sz="1600" dirty="0"/>
                    </a:p>
                  </a:txBody>
                  <a:tcPr marL="190500" marR="190500" marT="190500" marB="190500" anchor="ctr"/>
                </a:tc>
                <a:tc>
                  <a:txBody>
                    <a:bodyPr/>
                    <a:lstStyle/>
                    <a:p>
                      <a:pPr algn="l">
                        <a:lnSpc>
                          <a:spcPts val="3220"/>
                        </a:lnSpc>
                        <a:defRPr/>
                      </a:pPr>
                      <a:r>
                        <a:rPr lang="en-US" sz="1600" b="1" dirty="0">
                          <a:solidFill>
                            <a:srgbClr val="FDFDFD"/>
                          </a:solidFill>
                          <a:sym typeface="Montserrat"/>
                        </a:rPr>
                        <a:t>Clicks</a:t>
                      </a:r>
                      <a:endParaRPr lang="en-US" sz="1600" b="1" dirty="0"/>
                    </a:p>
                  </a:txBody>
                  <a:tcPr marL="190500" marR="190500" marT="190500" marB="190500" anchor="ctr"/>
                </a:tc>
                <a:tc>
                  <a:txBody>
                    <a:bodyPr/>
                    <a:lstStyle/>
                    <a:p>
                      <a:pPr algn="l">
                        <a:lnSpc>
                          <a:spcPts val="3220"/>
                        </a:lnSpc>
                        <a:defRPr/>
                      </a:pPr>
                      <a:r>
                        <a:rPr lang="en-US" sz="1600" b="1" dirty="0">
                          <a:solidFill>
                            <a:srgbClr val="FDFDFD"/>
                          </a:solidFill>
                          <a:sym typeface="Montserrat"/>
                        </a:rPr>
                        <a:t>CPC</a:t>
                      </a:r>
                      <a:endParaRPr lang="en-US" sz="1600" b="1" dirty="0"/>
                    </a:p>
                  </a:txBody>
                  <a:tcPr marL="190500" marR="190500" marT="190500" marB="190500" anchor="ctr"/>
                </a:tc>
                <a:extLst>
                  <a:ext uri="{0D108BD9-81ED-4DB2-BD59-A6C34878D82A}">
                    <a16:rowId xmlns:a16="http://schemas.microsoft.com/office/drawing/2014/main" val="10000"/>
                  </a:ext>
                </a:extLst>
              </a:tr>
              <a:tr h="712850">
                <a:tc>
                  <a:txBody>
                    <a:bodyPr/>
                    <a:lstStyle/>
                    <a:p>
                      <a:pPr algn="l">
                        <a:lnSpc>
                          <a:spcPts val="3220"/>
                        </a:lnSpc>
                        <a:defRPr/>
                      </a:pPr>
                      <a:r>
                        <a:rPr lang="en-US" sz="1600" dirty="0">
                          <a:solidFill>
                            <a:schemeClr val="bg1"/>
                          </a:solidFill>
                          <a:sym typeface="Montserrat"/>
                        </a:rPr>
                        <a:t>42119</a:t>
                      </a:r>
                      <a:endParaRPr lang="en-US" sz="1600" dirty="0">
                        <a:solidFill>
                          <a:schemeClr val="bg1"/>
                        </a:solidFill>
                      </a:endParaRPr>
                    </a:p>
                  </a:txBody>
                  <a:tcPr marL="190500" marR="190500" marT="190500" marB="190500" anchor="ctr"/>
                </a:tc>
                <a:tc>
                  <a:txBody>
                    <a:bodyPr/>
                    <a:lstStyle/>
                    <a:p>
                      <a:pPr algn="ctr">
                        <a:lnSpc>
                          <a:spcPts val="3220"/>
                        </a:lnSpc>
                        <a:defRPr/>
                      </a:pPr>
                      <a:r>
                        <a:rPr lang="en-US" sz="1600" dirty="0">
                          <a:solidFill>
                            <a:schemeClr val="bg1"/>
                          </a:solidFill>
                          <a:sym typeface="Montserrat"/>
                        </a:rPr>
                        <a:t>213972</a:t>
                      </a:r>
                      <a:endParaRPr lang="en-US" sz="1600" dirty="0">
                        <a:solidFill>
                          <a:schemeClr val="bg1"/>
                        </a:solidFill>
                      </a:endParaRPr>
                    </a:p>
                  </a:txBody>
                  <a:tcPr marL="190500" marR="190500" marT="190500" marB="190500" anchor="ctr"/>
                </a:tc>
                <a:tc>
                  <a:txBody>
                    <a:bodyPr/>
                    <a:lstStyle/>
                    <a:p>
                      <a:pPr algn="ctr">
                        <a:lnSpc>
                          <a:spcPts val="3220"/>
                        </a:lnSpc>
                        <a:defRPr/>
                      </a:pPr>
                      <a:r>
                        <a:rPr lang="en-US" sz="1600" dirty="0">
                          <a:solidFill>
                            <a:schemeClr val="bg1"/>
                          </a:solidFill>
                          <a:sym typeface="Montserrat"/>
                        </a:rPr>
                        <a:t>5328</a:t>
                      </a:r>
                      <a:endParaRPr lang="en-US" sz="1600" dirty="0">
                        <a:solidFill>
                          <a:schemeClr val="bg1"/>
                        </a:solidFill>
                      </a:endParaRPr>
                    </a:p>
                  </a:txBody>
                  <a:tcPr marL="190500" marR="190500" marT="190500" marB="190500" anchor="ctr"/>
                </a:tc>
                <a:tc>
                  <a:txBody>
                    <a:bodyPr/>
                    <a:lstStyle/>
                    <a:p>
                      <a:pPr algn="ctr">
                        <a:lnSpc>
                          <a:spcPts val="3220"/>
                        </a:lnSpc>
                        <a:defRPr/>
                      </a:pPr>
                      <a:r>
                        <a:rPr lang="en-US" sz="1600" dirty="0">
                          <a:solidFill>
                            <a:schemeClr val="bg1"/>
                          </a:solidFill>
                          <a:sym typeface="Montserrat"/>
                        </a:rPr>
                        <a:t>5328</a:t>
                      </a:r>
                      <a:endParaRPr lang="en-US" sz="1600" dirty="0">
                        <a:solidFill>
                          <a:schemeClr val="bg1"/>
                        </a:solidFill>
                      </a:endParaRPr>
                    </a:p>
                  </a:txBody>
                  <a:tcPr marL="190500" marR="190500" marT="190500" marB="190500" anchor="ctr"/>
                </a:tc>
                <a:tc>
                  <a:txBody>
                    <a:bodyPr/>
                    <a:lstStyle/>
                    <a:p>
                      <a:pPr algn="ctr">
                        <a:lnSpc>
                          <a:spcPts val="3220"/>
                        </a:lnSpc>
                        <a:defRPr/>
                      </a:pPr>
                      <a:r>
                        <a:rPr lang="en-US" sz="1600" dirty="0">
                          <a:solidFill>
                            <a:schemeClr val="bg1"/>
                          </a:solidFill>
                          <a:sym typeface="Montserrat"/>
                        </a:rPr>
                        <a:t>$0.01</a:t>
                      </a:r>
                      <a:endParaRPr lang="en-US" sz="1600" dirty="0">
                        <a:solidFill>
                          <a:schemeClr val="bg1"/>
                        </a:solidFill>
                      </a:endParaRPr>
                    </a:p>
                  </a:txBody>
                  <a:tcPr marL="190500" marR="190500" marT="190500" marB="19050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10000"/>
                <a:lumOff val="90000"/>
              </a:schemeClr>
            </a:gs>
            <a:gs pos="50000">
              <a:schemeClr val="tx2">
                <a:lumMod val="25000"/>
                <a:lumOff val="75000"/>
              </a:schemeClr>
            </a:gs>
            <a:gs pos="100000">
              <a:schemeClr val="tx2">
                <a:lumMod val="25000"/>
                <a:lumOff val="75000"/>
              </a:schemeClr>
            </a:gs>
          </a:gsLst>
          <a:lin ang="2700000" scaled="1"/>
          <a:tileRect/>
        </a:gradFill>
        <a:effectLst/>
      </p:bgPr>
    </p:bg>
    <p:spTree>
      <p:nvGrpSpPr>
        <p:cNvPr id="1" name=""/>
        <p:cNvGrpSpPr/>
        <p:nvPr/>
      </p:nvGrpSpPr>
      <p:grpSpPr>
        <a:xfrm>
          <a:off x="0" y="0"/>
          <a:ext cx="0" cy="0"/>
          <a:chOff x="0" y="0"/>
          <a:chExt cx="0" cy="0"/>
        </a:xfrm>
      </p:grpSpPr>
      <p:sp>
        <p:nvSpPr>
          <p:cNvPr id="17" name="Freeform 17"/>
          <p:cNvSpPr/>
          <p:nvPr/>
        </p:nvSpPr>
        <p:spPr>
          <a:xfrm>
            <a:off x="189237" y="4026918"/>
            <a:ext cx="993127" cy="192386"/>
          </a:xfrm>
          <a:custGeom>
            <a:avLst/>
            <a:gdLst/>
            <a:ahLst/>
            <a:cxnLst/>
            <a:rect l="l" t="t" r="r" b="b"/>
            <a:pathLst>
              <a:path w="1489690" h="288579">
                <a:moveTo>
                  <a:pt x="0" y="0"/>
                </a:moveTo>
                <a:lnTo>
                  <a:pt x="1489690" y="0"/>
                </a:lnTo>
                <a:lnTo>
                  <a:pt x="1489690" y="288578"/>
                </a:lnTo>
                <a:lnTo>
                  <a:pt x="0" y="2885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18" name="Freeform 18"/>
          <p:cNvSpPr/>
          <p:nvPr/>
        </p:nvSpPr>
        <p:spPr>
          <a:xfrm>
            <a:off x="3798542" y="1"/>
            <a:ext cx="4186324" cy="2017047"/>
          </a:xfrm>
          <a:custGeom>
            <a:avLst/>
            <a:gdLst/>
            <a:ahLst/>
            <a:cxnLst/>
            <a:rect l="l" t="t" r="r" b="b"/>
            <a:pathLst>
              <a:path w="6279486" h="3025571">
                <a:moveTo>
                  <a:pt x="0" y="0"/>
                </a:moveTo>
                <a:lnTo>
                  <a:pt x="6279486" y="0"/>
                </a:lnTo>
                <a:lnTo>
                  <a:pt x="6279486" y="3025571"/>
                </a:lnTo>
                <a:lnTo>
                  <a:pt x="0" y="30255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20" name="Freeform 20"/>
          <p:cNvSpPr/>
          <p:nvPr/>
        </p:nvSpPr>
        <p:spPr>
          <a:xfrm>
            <a:off x="2175099" y="6095682"/>
            <a:ext cx="993127" cy="192386"/>
          </a:xfrm>
          <a:custGeom>
            <a:avLst/>
            <a:gdLst/>
            <a:ahLst/>
            <a:cxnLst/>
            <a:rect l="l" t="t" r="r" b="b"/>
            <a:pathLst>
              <a:path w="1489690" h="288579">
                <a:moveTo>
                  <a:pt x="0" y="0"/>
                </a:moveTo>
                <a:lnTo>
                  <a:pt x="1489690" y="0"/>
                </a:lnTo>
                <a:lnTo>
                  <a:pt x="1489690" y="288579"/>
                </a:lnTo>
                <a:lnTo>
                  <a:pt x="0" y="2885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21" name="Freeform 21"/>
          <p:cNvSpPr/>
          <p:nvPr/>
        </p:nvSpPr>
        <p:spPr>
          <a:xfrm>
            <a:off x="8200766" y="1565786"/>
            <a:ext cx="2665514" cy="4722282"/>
          </a:xfrm>
          <a:custGeom>
            <a:avLst/>
            <a:gdLst/>
            <a:ahLst/>
            <a:cxnLst/>
            <a:rect l="l" t="t" r="r" b="b"/>
            <a:pathLst>
              <a:path w="3998271" h="7083423">
                <a:moveTo>
                  <a:pt x="0" y="0"/>
                </a:moveTo>
                <a:lnTo>
                  <a:pt x="3998271" y="0"/>
                </a:lnTo>
                <a:lnTo>
                  <a:pt x="3998271" y="7083423"/>
                </a:lnTo>
                <a:lnTo>
                  <a:pt x="0" y="7083423"/>
                </a:lnTo>
                <a:lnTo>
                  <a:pt x="0" y="0"/>
                </a:lnTo>
                <a:close/>
              </a:path>
            </a:pathLst>
          </a:custGeom>
          <a:blipFill>
            <a:blip r:embed="rId6"/>
            <a:stretch>
              <a:fillRect/>
            </a:stretch>
          </a:blipFill>
        </p:spPr>
        <p:txBody>
          <a:bodyPr/>
          <a:lstStyle/>
          <a:p>
            <a:endParaRPr lang="en-US" sz="1200"/>
          </a:p>
        </p:txBody>
      </p:sp>
      <p:sp>
        <p:nvSpPr>
          <p:cNvPr id="22" name="TextBox 22"/>
          <p:cNvSpPr txBox="1"/>
          <p:nvPr/>
        </p:nvSpPr>
        <p:spPr>
          <a:xfrm>
            <a:off x="1401076" y="3988818"/>
            <a:ext cx="3907523" cy="1839799"/>
          </a:xfrm>
          <a:prstGeom prst="rect">
            <a:avLst/>
          </a:prstGeom>
        </p:spPr>
        <p:txBody>
          <a:bodyPr wrap="square" lIns="0" tIns="0" rIns="0" bIns="0" rtlCol="0" anchor="t">
            <a:spAutoFit/>
          </a:bodyPr>
          <a:lstStyle/>
          <a:p>
            <a:pPr>
              <a:lnSpc>
                <a:spcPts val="1849"/>
              </a:lnSpc>
              <a:spcBef>
                <a:spcPct val="0"/>
              </a:spcBef>
            </a:pPr>
            <a:r>
              <a:rPr lang="en-US" sz="1321" spc="-26" dirty="0">
                <a:solidFill>
                  <a:srgbClr val="051D40"/>
                </a:solidFill>
                <a:latin typeface="Poppins"/>
                <a:ea typeface="Poppins"/>
                <a:cs typeface="Poppins"/>
                <a:sym typeface="Poppins"/>
              </a:rPr>
              <a:t>We recorded a video and shared it for a week on Instagram and Facebook on 1—22-2024. We set aside $30 for the budget. The advantages of studying MSMAI at Wright State University were demonstrated in the video, including stem designation, scholarships up to $10,000, flexible class schedules, and the absence of GMAT or GRE requirements. </a:t>
            </a:r>
          </a:p>
        </p:txBody>
      </p:sp>
      <p:sp>
        <p:nvSpPr>
          <p:cNvPr id="23" name="TextBox 23"/>
          <p:cNvSpPr txBox="1"/>
          <p:nvPr/>
        </p:nvSpPr>
        <p:spPr>
          <a:xfrm>
            <a:off x="4567332" y="753893"/>
            <a:ext cx="2648744" cy="588623"/>
          </a:xfrm>
          <a:prstGeom prst="rect">
            <a:avLst/>
          </a:prstGeom>
        </p:spPr>
        <p:txBody>
          <a:bodyPr lIns="0" tIns="0" rIns="0" bIns="0" rtlCol="0" anchor="t">
            <a:spAutoFit/>
          </a:bodyPr>
          <a:lstStyle/>
          <a:p>
            <a:pPr algn="ctr">
              <a:lnSpc>
                <a:spcPts val="4853"/>
              </a:lnSpc>
            </a:pPr>
            <a:r>
              <a:rPr lang="en-US" sz="3466" b="1">
                <a:solidFill>
                  <a:srgbClr val="051D40"/>
                </a:solidFill>
                <a:latin typeface="Canva Sans Bold"/>
                <a:ea typeface="Canva Sans Bold"/>
                <a:cs typeface="Canva Sans Bold"/>
                <a:sym typeface="Canva Sans Bold"/>
              </a:rPr>
              <a:t>Video Post 1</a:t>
            </a:r>
          </a:p>
        </p:txBody>
      </p:sp>
      <p:sp>
        <p:nvSpPr>
          <p:cNvPr id="24" name="TextBox 24"/>
          <p:cNvSpPr txBox="1"/>
          <p:nvPr/>
        </p:nvSpPr>
        <p:spPr>
          <a:xfrm>
            <a:off x="3464762" y="6070282"/>
            <a:ext cx="4303140" cy="473784"/>
          </a:xfrm>
          <a:prstGeom prst="rect">
            <a:avLst/>
          </a:prstGeom>
        </p:spPr>
        <p:txBody>
          <a:bodyPr wrap="square" lIns="0" tIns="0" rIns="0" bIns="0" rtlCol="0" anchor="t">
            <a:spAutoFit/>
          </a:bodyPr>
          <a:lstStyle/>
          <a:p>
            <a:pPr algn="ctr">
              <a:lnSpc>
                <a:spcPts val="1917"/>
              </a:lnSpc>
            </a:pPr>
            <a:r>
              <a:rPr lang="en-US" sz="1400" dirty="0">
                <a:solidFill>
                  <a:srgbClr val="051D40"/>
                </a:solidFill>
                <a:latin typeface="Canva Sans"/>
                <a:ea typeface="Canva Sans"/>
                <a:cs typeface="Canva Sans"/>
                <a:sym typeface="Canva Sans"/>
              </a:rPr>
              <a:t> We decide to run video for another week on 11.17-2024 </a:t>
            </a:r>
          </a:p>
          <a:p>
            <a:pPr algn="ctr">
              <a:lnSpc>
                <a:spcPts val="1917"/>
              </a:lnSpc>
            </a:pPr>
            <a:r>
              <a:rPr lang="en-US" sz="1400" dirty="0">
                <a:solidFill>
                  <a:srgbClr val="051D40"/>
                </a:solidFill>
                <a:latin typeface="Canva Sans"/>
                <a:ea typeface="Canva Sans"/>
                <a:cs typeface="Canva Sans"/>
                <a:sym typeface="Canva Sans"/>
              </a:rPr>
              <a:t>and the we spend $50 for second week.</a:t>
            </a:r>
          </a:p>
        </p:txBody>
      </p:sp>
      <p:sp>
        <p:nvSpPr>
          <p:cNvPr id="25" name="Block Arc 24">
            <a:extLst>
              <a:ext uri="{FF2B5EF4-FFF2-40B4-BE49-F238E27FC236}">
                <a16:creationId xmlns:a16="http://schemas.microsoft.com/office/drawing/2014/main" id="{75A2363D-FD37-E955-10EB-C12D5F90ED82}"/>
              </a:ext>
            </a:extLst>
          </p:cNvPr>
          <p:cNvSpPr/>
          <p:nvPr/>
        </p:nvSpPr>
        <p:spPr>
          <a:xfrm rot="6783851">
            <a:off x="-560051" y="-271272"/>
            <a:ext cx="1771507" cy="2152296"/>
          </a:xfrm>
          <a:prstGeom prst="blockArc">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tx1"/>
              </a:solidFill>
            </a:endParaRPr>
          </a:p>
        </p:txBody>
      </p:sp>
      <p:sp>
        <p:nvSpPr>
          <p:cNvPr id="26" name="Block Arc 25">
            <a:extLst>
              <a:ext uri="{FF2B5EF4-FFF2-40B4-BE49-F238E27FC236}">
                <a16:creationId xmlns:a16="http://schemas.microsoft.com/office/drawing/2014/main" id="{E0BF38CA-F939-0B08-CDD9-AAEACF74DC6A}"/>
              </a:ext>
            </a:extLst>
          </p:cNvPr>
          <p:cNvSpPr/>
          <p:nvPr/>
        </p:nvSpPr>
        <p:spPr>
          <a:xfrm rot="3329912">
            <a:off x="-457411" y="5197109"/>
            <a:ext cx="1679057" cy="1954069"/>
          </a:xfrm>
          <a:prstGeom prst="blockArc">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tx1"/>
              </a:solidFill>
            </a:endParaRPr>
          </a:p>
        </p:txBody>
      </p:sp>
      <p:sp>
        <p:nvSpPr>
          <p:cNvPr id="27" name="Block Arc 26">
            <a:extLst>
              <a:ext uri="{FF2B5EF4-FFF2-40B4-BE49-F238E27FC236}">
                <a16:creationId xmlns:a16="http://schemas.microsoft.com/office/drawing/2014/main" id="{FF6DDCC8-490A-FD53-5384-D90B475A96EB}"/>
              </a:ext>
            </a:extLst>
          </p:cNvPr>
          <p:cNvSpPr/>
          <p:nvPr/>
        </p:nvSpPr>
        <p:spPr>
          <a:xfrm rot="12965155">
            <a:off x="10554899" y="-601471"/>
            <a:ext cx="1771507" cy="2152296"/>
          </a:xfrm>
          <a:prstGeom prst="blockArc">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tx1"/>
              </a:solidFill>
            </a:endParaRPr>
          </a:p>
        </p:txBody>
      </p:sp>
      <p:sp>
        <p:nvSpPr>
          <p:cNvPr id="28" name="Block Arc 27">
            <a:extLst>
              <a:ext uri="{FF2B5EF4-FFF2-40B4-BE49-F238E27FC236}">
                <a16:creationId xmlns:a16="http://schemas.microsoft.com/office/drawing/2014/main" id="{443581E1-C7A9-501D-BD7F-3161DEDF036C}"/>
              </a:ext>
            </a:extLst>
          </p:cNvPr>
          <p:cNvSpPr/>
          <p:nvPr/>
        </p:nvSpPr>
        <p:spPr>
          <a:xfrm rot="18870805">
            <a:off x="10709598" y="5211919"/>
            <a:ext cx="1771507" cy="2152296"/>
          </a:xfrm>
          <a:prstGeom prst="blockArc">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tx1"/>
              </a:solidFill>
            </a:endParaRPr>
          </a:p>
        </p:txBody>
      </p:sp>
      <p:graphicFrame>
        <p:nvGraphicFramePr>
          <p:cNvPr id="29" name="Table 28">
            <a:extLst>
              <a:ext uri="{FF2B5EF4-FFF2-40B4-BE49-F238E27FC236}">
                <a16:creationId xmlns:a16="http://schemas.microsoft.com/office/drawing/2014/main" id="{904C2C84-45CB-5380-CD01-FEEB87A9C386}"/>
              </a:ext>
            </a:extLst>
          </p:cNvPr>
          <p:cNvGraphicFramePr>
            <a:graphicFrameLocks noGrp="1"/>
          </p:cNvGraphicFramePr>
          <p:nvPr>
            <p:extLst>
              <p:ext uri="{D42A27DB-BD31-4B8C-83A1-F6EECF244321}">
                <p14:modId xmlns:p14="http://schemas.microsoft.com/office/powerpoint/2010/main" val="855714177"/>
              </p:ext>
            </p:extLst>
          </p:nvPr>
        </p:nvGraphicFramePr>
        <p:xfrm>
          <a:off x="325702" y="2288220"/>
          <a:ext cx="7442200" cy="1161924"/>
        </p:xfrm>
        <a:graphic>
          <a:graphicData uri="http://schemas.openxmlformats.org/drawingml/2006/table">
            <a:tbl>
              <a:tblPr>
                <a:tableStyleId>{5C22544A-7EE6-4342-B048-85BDC9FD1C3A}</a:tableStyleId>
              </a:tblPr>
              <a:tblGrid>
                <a:gridCol w="1413510">
                  <a:extLst>
                    <a:ext uri="{9D8B030D-6E8A-4147-A177-3AD203B41FA5}">
                      <a16:colId xmlns:a16="http://schemas.microsoft.com/office/drawing/2014/main" val="1865185534"/>
                    </a:ext>
                  </a:extLst>
                </a:gridCol>
                <a:gridCol w="1696085">
                  <a:extLst>
                    <a:ext uri="{9D8B030D-6E8A-4147-A177-3AD203B41FA5}">
                      <a16:colId xmlns:a16="http://schemas.microsoft.com/office/drawing/2014/main" val="2253669127"/>
                    </a:ext>
                  </a:extLst>
                </a:gridCol>
                <a:gridCol w="1530350">
                  <a:extLst>
                    <a:ext uri="{9D8B030D-6E8A-4147-A177-3AD203B41FA5}">
                      <a16:colId xmlns:a16="http://schemas.microsoft.com/office/drawing/2014/main" val="2269743787"/>
                    </a:ext>
                  </a:extLst>
                </a:gridCol>
                <a:gridCol w="1405890">
                  <a:extLst>
                    <a:ext uri="{9D8B030D-6E8A-4147-A177-3AD203B41FA5}">
                      <a16:colId xmlns:a16="http://schemas.microsoft.com/office/drawing/2014/main" val="2957290009"/>
                    </a:ext>
                  </a:extLst>
                </a:gridCol>
                <a:gridCol w="1396365">
                  <a:extLst>
                    <a:ext uri="{9D8B030D-6E8A-4147-A177-3AD203B41FA5}">
                      <a16:colId xmlns:a16="http://schemas.microsoft.com/office/drawing/2014/main" val="2450407587"/>
                    </a:ext>
                  </a:extLst>
                </a:gridCol>
              </a:tblGrid>
              <a:tr h="0">
                <a:tc>
                  <a:txBody>
                    <a:bodyPr/>
                    <a:lstStyle/>
                    <a:p>
                      <a:pPr marL="457200" marR="0" algn="l">
                        <a:lnSpc>
                          <a:spcPct val="115000"/>
                        </a:lnSpc>
                      </a:pPr>
                      <a:r>
                        <a:rPr lang="en-US" sz="1200" kern="100">
                          <a:effectLst/>
                        </a:rPr>
                        <a:t>Reach</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a:effectLst/>
                        </a:rPr>
                        <a:t>Impressions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dirty="0">
                          <a:effectLst/>
                        </a:rPr>
                        <a:t>Results</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a:effectLst/>
                        </a:rPr>
                        <a:t>Clicks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spcAft>
                          <a:spcPts val="800"/>
                        </a:spcAft>
                      </a:pPr>
                      <a:r>
                        <a:rPr lang="en-US" sz="1200" kern="100">
                          <a:effectLst/>
                        </a:rPr>
                        <a:t>CPC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extLst>
                  <a:ext uri="{0D108BD9-81ED-4DB2-BD59-A6C34878D82A}">
                    <a16:rowId xmlns:a16="http://schemas.microsoft.com/office/drawing/2014/main" val="2875527114"/>
                  </a:ext>
                </a:extLst>
              </a:tr>
              <a:tr h="559435">
                <a:tc>
                  <a:txBody>
                    <a:bodyPr/>
                    <a:lstStyle/>
                    <a:p>
                      <a:pPr marL="457200" marR="0" algn="l">
                        <a:lnSpc>
                          <a:spcPct val="115000"/>
                        </a:lnSpc>
                      </a:pPr>
                      <a:r>
                        <a:rPr lang="en-US" sz="1200" kern="100">
                          <a:effectLst/>
                        </a:rPr>
                        <a:t>71826</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a:effectLst/>
                        </a:rPr>
                        <a:t>80489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a:effectLst/>
                        </a:rPr>
                        <a:t>3389</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pPr>
                      <a:r>
                        <a:rPr lang="en-US" sz="1200" kern="100">
                          <a:effectLst/>
                        </a:rPr>
                        <a:t>7093</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tc>
                  <a:txBody>
                    <a:bodyPr/>
                    <a:lstStyle/>
                    <a:p>
                      <a:pPr marL="457200" marR="0" algn="l">
                        <a:lnSpc>
                          <a:spcPct val="115000"/>
                        </a:lnSpc>
                        <a:spcAft>
                          <a:spcPts val="800"/>
                        </a:spcAft>
                      </a:pPr>
                      <a:r>
                        <a:rPr lang="en-US" sz="1200" kern="100" dirty="0">
                          <a:effectLst/>
                        </a:rPr>
                        <a:t>$0.01</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90500" marR="190500" marT="190500" marB="190500" anchor="ctr"/>
                </a:tc>
                <a:extLst>
                  <a:ext uri="{0D108BD9-81ED-4DB2-BD59-A6C34878D82A}">
                    <a16:rowId xmlns:a16="http://schemas.microsoft.com/office/drawing/2014/main" val="10784476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grpSp>
        <p:nvGrpSpPr>
          <p:cNvPr id="5" name="Group 5"/>
          <p:cNvGrpSpPr/>
          <p:nvPr/>
        </p:nvGrpSpPr>
        <p:grpSpPr>
          <a:xfrm>
            <a:off x="204785" y="67846"/>
            <a:ext cx="857967" cy="85796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US" sz="1200"/>
            </a:p>
          </p:txBody>
        </p:sp>
        <p:sp>
          <p:nvSpPr>
            <p:cNvPr id="7" name="TextBox 7"/>
            <p:cNvSpPr txBox="1"/>
            <p:nvPr/>
          </p:nvSpPr>
          <p:spPr>
            <a:xfrm>
              <a:off x="76200" y="38100"/>
              <a:ext cx="660400" cy="698500"/>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8" name="Group 8"/>
          <p:cNvGrpSpPr>
            <a:grpSpLocks noChangeAspect="1"/>
          </p:cNvGrpSpPr>
          <p:nvPr/>
        </p:nvGrpSpPr>
        <p:grpSpPr>
          <a:xfrm>
            <a:off x="6183751" y="759917"/>
            <a:ext cx="6097723" cy="3497580"/>
            <a:chOff x="0" y="0"/>
            <a:chExt cx="7981950" cy="4578350"/>
          </a:xfrm>
        </p:grpSpPr>
        <p:sp>
          <p:nvSpPr>
            <p:cNvPr id="9" name="Freeform 9"/>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txBody>
            <a:bodyPr/>
            <a:lstStyle/>
            <a:p>
              <a:endParaRPr lang="en-US" sz="1200"/>
            </a:p>
          </p:txBody>
        </p:sp>
        <p:sp>
          <p:nvSpPr>
            <p:cNvPr id="10" name="Freeform 10"/>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txBody>
            <a:bodyPr/>
            <a:lstStyle/>
            <a:p>
              <a:endParaRPr lang="en-US" sz="1200"/>
            </a:p>
          </p:txBody>
        </p:sp>
        <p:sp>
          <p:nvSpPr>
            <p:cNvPr id="11" name="Freeform 11"/>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txBody>
            <a:bodyPr/>
            <a:lstStyle/>
            <a:p>
              <a:endParaRPr lang="en-US" sz="1200"/>
            </a:p>
          </p:txBody>
        </p:sp>
        <p:sp>
          <p:nvSpPr>
            <p:cNvPr id="12" name="Freeform 12"/>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txBody>
            <a:bodyPr/>
            <a:lstStyle/>
            <a:p>
              <a:endParaRPr lang="en-US" sz="1200"/>
            </a:p>
          </p:txBody>
        </p:sp>
        <p:sp>
          <p:nvSpPr>
            <p:cNvPr id="13" name="Freeform 13"/>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2"/>
              <a:stretch>
                <a:fillRect l="-10600" r="-10600"/>
              </a:stretch>
            </a:blipFill>
          </p:spPr>
          <p:txBody>
            <a:bodyPr/>
            <a:lstStyle/>
            <a:p>
              <a:endParaRPr lang="en-US" sz="1200"/>
            </a:p>
          </p:txBody>
        </p:sp>
      </p:grpSp>
      <p:grpSp>
        <p:nvGrpSpPr>
          <p:cNvPr id="14" name="Group 14"/>
          <p:cNvGrpSpPr/>
          <p:nvPr/>
        </p:nvGrpSpPr>
        <p:grpSpPr>
          <a:xfrm>
            <a:off x="539819" y="759917"/>
            <a:ext cx="1633436" cy="1633436"/>
            <a:chOff x="0" y="0"/>
            <a:chExt cx="812800" cy="812800"/>
          </a:xfrm>
        </p:grpSpPr>
        <p:sp>
          <p:nvSpPr>
            <p:cNvPr id="15" name="Freeform 1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0000"/>
            </a:solidFill>
          </p:spPr>
          <p:txBody>
            <a:bodyPr/>
            <a:lstStyle/>
            <a:p>
              <a:endParaRPr lang="en-US" sz="1200"/>
            </a:p>
          </p:txBody>
        </p:sp>
        <p:sp>
          <p:nvSpPr>
            <p:cNvPr id="16" name="TextBox 16"/>
            <p:cNvSpPr txBox="1"/>
            <p:nvPr/>
          </p:nvSpPr>
          <p:spPr>
            <a:xfrm>
              <a:off x="0" y="165100"/>
              <a:ext cx="711200" cy="444500"/>
            </a:xfrm>
            <a:prstGeom prst="rect">
              <a:avLst/>
            </a:prstGeom>
          </p:spPr>
          <p:txBody>
            <a:bodyPr lIns="33867" tIns="33867" rIns="33867" bIns="33867" rtlCol="0" anchor="ctr"/>
            <a:lstStyle/>
            <a:p>
              <a:pPr algn="ctr">
                <a:lnSpc>
                  <a:spcPts val="1773"/>
                </a:lnSpc>
              </a:pPr>
              <a:endParaRPr sz="1200"/>
            </a:p>
          </p:txBody>
        </p:sp>
      </p:grpSp>
      <p:grpSp>
        <p:nvGrpSpPr>
          <p:cNvPr id="17" name="Group 17"/>
          <p:cNvGrpSpPr/>
          <p:nvPr/>
        </p:nvGrpSpPr>
        <p:grpSpPr>
          <a:xfrm>
            <a:off x="4434132" y="3148565"/>
            <a:ext cx="1552769" cy="1552769"/>
            <a:chOff x="0" y="0"/>
            <a:chExt cx="812800" cy="812800"/>
          </a:xfrm>
        </p:grpSpPr>
        <p:sp>
          <p:nvSpPr>
            <p:cNvPr id="18" name="Freeform 18"/>
            <p:cNvSpPr/>
            <p:nvPr/>
          </p:nvSpPr>
          <p:spPr>
            <a:xfrm>
              <a:off x="0" y="0"/>
              <a:ext cx="812800" cy="812800"/>
            </a:xfrm>
            <a:custGeom>
              <a:avLst/>
              <a:gdLst/>
              <a:ahLst/>
              <a:cxnLst/>
              <a:rect l="l" t="t" r="r" b="b"/>
              <a:pathLst>
                <a:path w="812800" h="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000000"/>
            </a:solidFill>
          </p:spPr>
          <p:txBody>
            <a:bodyPr/>
            <a:lstStyle/>
            <a:p>
              <a:endParaRPr lang="en-US" sz="1200"/>
            </a:p>
          </p:txBody>
        </p:sp>
        <p:sp>
          <p:nvSpPr>
            <p:cNvPr id="19" name="TextBox 19"/>
            <p:cNvSpPr txBox="1"/>
            <p:nvPr/>
          </p:nvSpPr>
          <p:spPr>
            <a:xfrm>
              <a:off x="101600" y="165100"/>
              <a:ext cx="711200" cy="444500"/>
            </a:xfrm>
            <a:prstGeom prst="rect">
              <a:avLst/>
            </a:prstGeom>
          </p:spPr>
          <p:txBody>
            <a:bodyPr lIns="33867" tIns="33867" rIns="33867" bIns="33867" rtlCol="0" anchor="ctr"/>
            <a:lstStyle/>
            <a:p>
              <a:pPr algn="ctr">
                <a:lnSpc>
                  <a:spcPts val="1773"/>
                </a:lnSpc>
              </a:pPr>
              <a:endParaRPr sz="1200"/>
            </a:p>
          </p:txBody>
        </p:sp>
      </p:grpSp>
      <p:sp>
        <p:nvSpPr>
          <p:cNvPr id="20" name="TextBox 20"/>
          <p:cNvSpPr txBox="1"/>
          <p:nvPr/>
        </p:nvSpPr>
        <p:spPr>
          <a:xfrm>
            <a:off x="2372917" y="853195"/>
            <a:ext cx="3475800" cy="1393395"/>
          </a:xfrm>
          <a:prstGeom prst="rect">
            <a:avLst/>
          </a:prstGeom>
        </p:spPr>
        <p:txBody>
          <a:bodyPr lIns="0" tIns="0" rIns="0" bIns="0" rtlCol="0" anchor="t">
            <a:spAutoFit/>
          </a:bodyPr>
          <a:lstStyle/>
          <a:p>
            <a:pPr algn="ctr">
              <a:lnSpc>
                <a:spcPts val="2201"/>
              </a:lnSpc>
              <a:spcBef>
                <a:spcPct val="0"/>
              </a:spcBef>
            </a:pPr>
            <a:r>
              <a:rPr lang="en-US" sz="1573" b="1" dirty="0">
                <a:solidFill>
                  <a:srgbClr val="000000"/>
                </a:solidFill>
                <a:latin typeface="Open Sans Extra Bold"/>
                <a:ea typeface="Open Sans Extra Bold"/>
                <a:cs typeface="Open Sans Extra Bold"/>
                <a:sym typeface="Open Sans Extra Bold"/>
              </a:rPr>
              <a:t>We increased the budget from $30 to $75 for our third post on November 8, 2024, and we chose to run it for three weeks, while encouraging people to apply in Wright State. </a:t>
            </a:r>
          </a:p>
        </p:txBody>
      </p:sp>
      <p:sp>
        <p:nvSpPr>
          <p:cNvPr id="21" name="TextBox 21"/>
          <p:cNvSpPr txBox="1"/>
          <p:nvPr/>
        </p:nvSpPr>
        <p:spPr>
          <a:xfrm>
            <a:off x="300028" y="3091406"/>
            <a:ext cx="3394809" cy="1111138"/>
          </a:xfrm>
          <a:prstGeom prst="rect">
            <a:avLst/>
          </a:prstGeom>
        </p:spPr>
        <p:txBody>
          <a:bodyPr lIns="0" tIns="0" rIns="0" bIns="0" rtlCol="0" anchor="t">
            <a:spAutoFit/>
          </a:bodyPr>
          <a:lstStyle/>
          <a:p>
            <a:pPr algn="ctr">
              <a:lnSpc>
                <a:spcPts val="2197"/>
              </a:lnSpc>
              <a:spcBef>
                <a:spcPct val="0"/>
              </a:spcBef>
            </a:pPr>
            <a:r>
              <a:rPr lang="en-US" sz="1569" b="1">
                <a:solidFill>
                  <a:srgbClr val="000000"/>
                </a:solidFill>
                <a:latin typeface="Open Sans Extra Bold"/>
                <a:ea typeface="Open Sans Extra Bold"/>
                <a:cs typeface="Open Sans Extra Bold"/>
                <a:sym typeface="Open Sans Extra Bold"/>
              </a:rPr>
              <a:t>We increase the budget because our prior posts have yielded positive results. Increasing the budget can result in more favorable outcomes, as we experienced.</a:t>
            </a:r>
          </a:p>
        </p:txBody>
      </p:sp>
      <p:graphicFrame>
        <p:nvGraphicFramePr>
          <p:cNvPr id="22" name="Table 22"/>
          <p:cNvGraphicFramePr>
            <a:graphicFrameLocks noGrp="1"/>
          </p:cNvGraphicFramePr>
          <p:nvPr>
            <p:extLst>
              <p:ext uri="{D42A27DB-BD31-4B8C-83A1-F6EECF244321}">
                <p14:modId xmlns:p14="http://schemas.microsoft.com/office/powerpoint/2010/main" val="1649138791"/>
              </p:ext>
            </p:extLst>
          </p:nvPr>
        </p:nvGraphicFramePr>
        <p:xfrm>
          <a:off x="2173255" y="4885218"/>
          <a:ext cx="8024845" cy="1650005"/>
        </p:xfrm>
        <a:graphic>
          <a:graphicData uri="http://schemas.openxmlformats.org/drawingml/2006/table">
            <a:tbl>
              <a:tblPr/>
              <a:tblGrid>
                <a:gridCol w="3404484">
                  <a:extLst>
                    <a:ext uri="{9D8B030D-6E8A-4147-A177-3AD203B41FA5}">
                      <a16:colId xmlns:a16="http://schemas.microsoft.com/office/drawing/2014/main" val="20000"/>
                    </a:ext>
                  </a:extLst>
                </a:gridCol>
                <a:gridCol w="2732498">
                  <a:extLst>
                    <a:ext uri="{9D8B030D-6E8A-4147-A177-3AD203B41FA5}">
                      <a16:colId xmlns:a16="http://schemas.microsoft.com/office/drawing/2014/main" val="20001"/>
                    </a:ext>
                  </a:extLst>
                </a:gridCol>
                <a:gridCol w="1887863">
                  <a:extLst>
                    <a:ext uri="{9D8B030D-6E8A-4147-A177-3AD203B41FA5}">
                      <a16:colId xmlns:a16="http://schemas.microsoft.com/office/drawing/2014/main" val="20002"/>
                    </a:ext>
                  </a:extLst>
                </a:gridCol>
              </a:tblGrid>
              <a:tr h="918682">
                <a:tc>
                  <a:txBody>
                    <a:bodyPr/>
                    <a:lstStyle/>
                    <a:p>
                      <a:pPr algn="l">
                        <a:lnSpc>
                          <a:spcPts val="4200"/>
                        </a:lnSpc>
                        <a:defRPr/>
                      </a:pPr>
                      <a:r>
                        <a:rPr lang="en-US" sz="2000" dirty="0">
                          <a:solidFill>
                            <a:srgbClr val="503530"/>
                          </a:solidFill>
                          <a:latin typeface="Montserrat"/>
                          <a:ea typeface="Montserrat"/>
                          <a:cs typeface="Montserrat"/>
                          <a:sym typeface="Montserrat"/>
                        </a:rPr>
                        <a:t>Page Engagement</a:t>
                      </a:r>
                      <a:endParaRPr lang="en-US" sz="700" dirty="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tc>
                  <a:txBody>
                    <a:bodyPr/>
                    <a:lstStyle/>
                    <a:p>
                      <a:pPr algn="l">
                        <a:lnSpc>
                          <a:spcPts val="4200"/>
                        </a:lnSpc>
                        <a:defRPr/>
                      </a:pPr>
                      <a:r>
                        <a:rPr lang="en-US" sz="2000" dirty="0">
                          <a:solidFill>
                            <a:srgbClr val="503530"/>
                          </a:solidFill>
                          <a:latin typeface="Montserrat"/>
                          <a:ea typeface="Montserrat"/>
                          <a:cs typeface="Montserrat"/>
                          <a:sym typeface="Montserrat"/>
                        </a:rPr>
                        <a:t>Clicks</a:t>
                      </a:r>
                      <a:endParaRPr lang="en-US" sz="700" dirty="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tc>
                  <a:txBody>
                    <a:bodyPr/>
                    <a:lstStyle/>
                    <a:p>
                      <a:pPr algn="l">
                        <a:lnSpc>
                          <a:spcPts val="4340"/>
                        </a:lnSpc>
                        <a:defRPr/>
                      </a:pPr>
                      <a:r>
                        <a:rPr lang="en-US" sz="2100" dirty="0">
                          <a:solidFill>
                            <a:srgbClr val="503530"/>
                          </a:solidFill>
                          <a:latin typeface="Montserrat"/>
                          <a:ea typeface="Montserrat"/>
                          <a:cs typeface="Montserrat"/>
                          <a:sym typeface="Montserrat"/>
                        </a:rPr>
                        <a:t>CPC</a:t>
                      </a:r>
                      <a:endParaRPr lang="en-US" sz="700" dirty="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extLst>
                  <a:ext uri="{0D108BD9-81ED-4DB2-BD59-A6C34878D82A}">
                    <a16:rowId xmlns:a16="http://schemas.microsoft.com/office/drawing/2014/main" val="10000"/>
                  </a:ext>
                </a:extLst>
              </a:tr>
              <a:tr h="731323">
                <a:tc>
                  <a:txBody>
                    <a:bodyPr/>
                    <a:lstStyle/>
                    <a:p>
                      <a:pPr algn="l">
                        <a:lnSpc>
                          <a:spcPts val="3220"/>
                        </a:lnSpc>
                        <a:defRPr/>
                      </a:pPr>
                      <a:r>
                        <a:rPr lang="en-US" sz="1500">
                          <a:solidFill>
                            <a:srgbClr val="503530"/>
                          </a:solidFill>
                          <a:latin typeface="Montserrat"/>
                          <a:ea typeface="Montserrat"/>
                          <a:cs typeface="Montserrat"/>
                          <a:sym typeface="Montserrat"/>
                        </a:rPr>
                        <a:t>17767</a:t>
                      </a:r>
                      <a:endParaRPr lang="en-US" sz="70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tc>
                  <a:txBody>
                    <a:bodyPr/>
                    <a:lstStyle/>
                    <a:p>
                      <a:pPr algn="l">
                        <a:lnSpc>
                          <a:spcPts val="3220"/>
                        </a:lnSpc>
                        <a:defRPr/>
                      </a:pPr>
                      <a:r>
                        <a:rPr lang="en-US" sz="1500">
                          <a:solidFill>
                            <a:srgbClr val="503530"/>
                          </a:solidFill>
                          <a:latin typeface="Montserrat"/>
                          <a:ea typeface="Montserrat"/>
                          <a:cs typeface="Montserrat"/>
                          <a:sym typeface="Montserrat"/>
                        </a:rPr>
                        <a:t>17767</a:t>
                      </a:r>
                      <a:endParaRPr lang="en-US" sz="70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tc>
                  <a:txBody>
                    <a:bodyPr/>
                    <a:lstStyle/>
                    <a:p>
                      <a:pPr algn="l">
                        <a:lnSpc>
                          <a:spcPts val="3220"/>
                        </a:lnSpc>
                        <a:defRPr/>
                      </a:pPr>
                      <a:r>
                        <a:rPr lang="en-US" sz="1500" dirty="0">
                          <a:solidFill>
                            <a:srgbClr val="503530"/>
                          </a:solidFill>
                          <a:latin typeface="Montserrat"/>
                          <a:ea typeface="Montserrat"/>
                          <a:cs typeface="Montserrat"/>
                          <a:sym typeface="Montserrat"/>
                        </a:rPr>
                        <a:t>$0.01</a:t>
                      </a:r>
                      <a:endParaRPr lang="en-US" sz="700" dirty="0"/>
                    </a:p>
                  </a:txBody>
                  <a:tcPr marL="127000" marR="127000" marT="127000" marB="1270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rgbClr val="945200"/>
            </a:gs>
            <a:gs pos="50000">
              <a:schemeClr val="accent2">
                <a:lumMod val="60000"/>
                <a:lumOff val="40000"/>
              </a:schemeClr>
            </a:gs>
            <a:gs pos="100000">
              <a:srgbClr val="760616"/>
            </a:gs>
          </a:gsLst>
          <a:lin ang="2700000" scaled="1"/>
        </a:gradFill>
        <a:effectLst/>
      </p:bgPr>
    </p:bg>
    <p:spTree>
      <p:nvGrpSpPr>
        <p:cNvPr id="1" name=""/>
        <p:cNvGrpSpPr/>
        <p:nvPr/>
      </p:nvGrpSpPr>
      <p:grpSpPr>
        <a:xfrm>
          <a:off x="0" y="0"/>
          <a:ext cx="0" cy="0"/>
          <a:chOff x="0" y="0"/>
          <a:chExt cx="0" cy="0"/>
        </a:xfrm>
      </p:grpSpPr>
      <p:grpSp>
        <p:nvGrpSpPr>
          <p:cNvPr id="2" name="Group 2"/>
          <p:cNvGrpSpPr/>
          <p:nvPr/>
        </p:nvGrpSpPr>
        <p:grpSpPr>
          <a:xfrm>
            <a:off x="8265941" y="1"/>
            <a:ext cx="3926059" cy="504639"/>
            <a:chOff x="0" y="0"/>
            <a:chExt cx="1551036" cy="199364"/>
          </a:xfrm>
        </p:grpSpPr>
        <p:sp>
          <p:nvSpPr>
            <p:cNvPr id="3" name="Freeform 3"/>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03530"/>
            </a:solidFill>
            <a:ln cap="sq">
              <a:noFill/>
              <a:prstDash val="solid"/>
              <a:miter/>
            </a:ln>
          </p:spPr>
          <p:txBody>
            <a:bodyPr/>
            <a:lstStyle/>
            <a:p>
              <a:endParaRPr lang="en-US" sz="1200"/>
            </a:p>
          </p:txBody>
        </p:sp>
        <p:sp>
          <p:nvSpPr>
            <p:cNvPr id="4" name="TextBox 4"/>
            <p:cNvSpPr txBox="1"/>
            <p:nvPr/>
          </p:nvSpPr>
          <p:spPr>
            <a:xfrm>
              <a:off x="0" y="-38100"/>
              <a:ext cx="1551036" cy="237464"/>
            </a:xfrm>
            <a:prstGeom prst="rect">
              <a:avLst/>
            </a:prstGeom>
          </p:spPr>
          <p:txBody>
            <a:bodyPr lIns="33867" tIns="33867" rIns="33867" bIns="33867" rtlCol="0" anchor="ctr"/>
            <a:lstStyle/>
            <a:p>
              <a:pPr algn="ctr">
                <a:lnSpc>
                  <a:spcPts val="1773"/>
                </a:lnSpc>
              </a:pPr>
              <a:endParaRPr sz="1200"/>
            </a:p>
          </p:txBody>
        </p:sp>
      </p:grpSp>
      <p:grpSp>
        <p:nvGrpSpPr>
          <p:cNvPr id="5" name="Group 5"/>
          <p:cNvGrpSpPr/>
          <p:nvPr/>
        </p:nvGrpSpPr>
        <p:grpSpPr>
          <a:xfrm>
            <a:off x="8265941" y="6353361"/>
            <a:ext cx="3926059" cy="504639"/>
            <a:chOff x="0" y="0"/>
            <a:chExt cx="1551036" cy="199364"/>
          </a:xfrm>
        </p:grpSpPr>
        <p:sp>
          <p:nvSpPr>
            <p:cNvPr id="6" name="Freeform 6"/>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03530"/>
            </a:solidFill>
            <a:ln cap="sq">
              <a:noFill/>
              <a:prstDash val="solid"/>
              <a:miter/>
            </a:ln>
          </p:spPr>
          <p:txBody>
            <a:bodyPr/>
            <a:lstStyle/>
            <a:p>
              <a:endParaRPr lang="en-US" sz="1200"/>
            </a:p>
          </p:txBody>
        </p:sp>
        <p:sp>
          <p:nvSpPr>
            <p:cNvPr id="7" name="TextBox 7"/>
            <p:cNvSpPr txBox="1"/>
            <p:nvPr/>
          </p:nvSpPr>
          <p:spPr>
            <a:xfrm>
              <a:off x="0" y="-38100"/>
              <a:ext cx="1551036" cy="237464"/>
            </a:xfrm>
            <a:prstGeom prst="rect">
              <a:avLst/>
            </a:prstGeom>
          </p:spPr>
          <p:txBody>
            <a:bodyPr lIns="33867" tIns="33867" rIns="33867" bIns="33867" rtlCol="0" anchor="ctr"/>
            <a:lstStyle/>
            <a:p>
              <a:pPr algn="ctr">
                <a:lnSpc>
                  <a:spcPts val="1773"/>
                </a:lnSpc>
              </a:pPr>
              <a:endParaRPr sz="1200"/>
            </a:p>
          </p:txBody>
        </p:sp>
      </p:grpSp>
      <p:sp>
        <p:nvSpPr>
          <p:cNvPr id="9" name="Freeform 9"/>
          <p:cNvSpPr/>
          <p:nvPr/>
        </p:nvSpPr>
        <p:spPr>
          <a:xfrm>
            <a:off x="9045929" y="1067490"/>
            <a:ext cx="2663899" cy="4723021"/>
          </a:xfrm>
          <a:custGeom>
            <a:avLst/>
            <a:gdLst/>
            <a:ahLst/>
            <a:cxnLst/>
            <a:rect l="l" t="t" r="r" b="b"/>
            <a:pathLst>
              <a:path w="3995849" h="7084532">
                <a:moveTo>
                  <a:pt x="0" y="0"/>
                </a:moveTo>
                <a:lnTo>
                  <a:pt x="3995849" y="0"/>
                </a:lnTo>
                <a:lnTo>
                  <a:pt x="3995849" y="7084532"/>
                </a:lnTo>
                <a:lnTo>
                  <a:pt x="0" y="7084532"/>
                </a:lnTo>
                <a:lnTo>
                  <a:pt x="0" y="0"/>
                </a:lnTo>
                <a:close/>
              </a:path>
            </a:pathLst>
          </a:custGeom>
          <a:blipFill>
            <a:blip r:embed="rId2"/>
            <a:stretch>
              <a:fillRect/>
            </a:stretch>
          </a:blipFill>
        </p:spPr>
        <p:txBody>
          <a:bodyPr/>
          <a:lstStyle/>
          <a:p>
            <a:endParaRPr lang="en-US" sz="1200"/>
          </a:p>
        </p:txBody>
      </p:sp>
      <p:sp>
        <p:nvSpPr>
          <p:cNvPr id="10" name="Freeform 10"/>
          <p:cNvSpPr/>
          <p:nvPr/>
        </p:nvSpPr>
        <p:spPr>
          <a:xfrm>
            <a:off x="242622" y="1067490"/>
            <a:ext cx="843606" cy="654945"/>
          </a:xfrm>
          <a:custGeom>
            <a:avLst/>
            <a:gdLst/>
            <a:ahLst/>
            <a:cxnLst/>
            <a:rect l="l" t="t" r="r" b="b"/>
            <a:pathLst>
              <a:path w="1265409" h="982418">
                <a:moveTo>
                  <a:pt x="0" y="0"/>
                </a:moveTo>
                <a:lnTo>
                  <a:pt x="1265409" y="0"/>
                </a:lnTo>
                <a:lnTo>
                  <a:pt x="1265409" y="982418"/>
                </a:lnTo>
                <a:lnTo>
                  <a:pt x="0" y="9824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11" name="TextBox 11"/>
          <p:cNvSpPr txBox="1"/>
          <p:nvPr/>
        </p:nvSpPr>
        <p:spPr>
          <a:xfrm>
            <a:off x="3143525" y="188821"/>
            <a:ext cx="2662079" cy="588623"/>
          </a:xfrm>
          <a:prstGeom prst="rect">
            <a:avLst/>
          </a:prstGeom>
        </p:spPr>
        <p:txBody>
          <a:bodyPr lIns="0" tIns="0" rIns="0" bIns="0" rtlCol="0" anchor="t">
            <a:spAutoFit/>
          </a:bodyPr>
          <a:lstStyle/>
          <a:p>
            <a:pPr algn="ctr">
              <a:lnSpc>
                <a:spcPts val="4853"/>
              </a:lnSpc>
            </a:pPr>
            <a:r>
              <a:rPr lang="en-US" sz="3466" b="1">
                <a:solidFill>
                  <a:srgbClr val="503530"/>
                </a:solidFill>
                <a:latin typeface="Canva Sans Bold"/>
                <a:ea typeface="Canva Sans Bold"/>
                <a:cs typeface="Canva Sans Bold"/>
                <a:sym typeface="Canva Sans Bold"/>
              </a:rPr>
              <a:t>Video Post 2</a:t>
            </a:r>
          </a:p>
        </p:txBody>
      </p:sp>
      <p:sp>
        <p:nvSpPr>
          <p:cNvPr id="12" name="TextBox 12"/>
          <p:cNvSpPr txBox="1"/>
          <p:nvPr/>
        </p:nvSpPr>
        <p:spPr>
          <a:xfrm>
            <a:off x="1207805" y="1042089"/>
            <a:ext cx="5942295" cy="1701111"/>
          </a:xfrm>
          <a:prstGeom prst="rect">
            <a:avLst/>
          </a:prstGeom>
        </p:spPr>
        <p:txBody>
          <a:bodyPr wrap="square" lIns="0" tIns="0" rIns="0" bIns="0" rtlCol="0" anchor="t">
            <a:spAutoFit/>
          </a:bodyPr>
          <a:lstStyle/>
          <a:p>
            <a:pPr algn="ctr">
              <a:lnSpc>
                <a:spcPts val="3379"/>
              </a:lnSpc>
            </a:pPr>
            <a:r>
              <a:rPr lang="en-US" sz="1800" b="1" dirty="0">
                <a:solidFill>
                  <a:srgbClr val="503530"/>
                </a:solidFill>
                <a:latin typeface="Canva Sans Bold"/>
                <a:ea typeface="Canva Sans Bold"/>
                <a:cs typeface="Canva Sans Bold"/>
                <a:sym typeface="Canva Sans Bold"/>
              </a:rPr>
              <a:t>We shot another video that covered our professor Kendall Goodrich explaining about the course and its benefits followed by feedback of current success student and the founder of  Analytics club at Wright State.  It was posted on 11/19/2024.</a:t>
            </a:r>
          </a:p>
        </p:txBody>
      </p:sp>
      <p:sp>
        <p:nvSpPr>
          <p:cNvPr id="13" name="Freeform 13"/>
          <p:cNvSpPr/>
          <p:nvPr/>
        </p:nvSpPr>
        <p:spPr>
          <a:xfrm>
            <a:off x="242622" y="2955978"/>
            <a:ext cx="843606" cy="654945"/>
          </a:xfrm>
          <a:custGeom>
            <a:avLst/>
            <a:gdLst/>
            <a:ahLst/>
            <a:cxnLst/>
            <a:rect l="l" t="t" r="r" b="b"/>
            <a:pathLst>
              <a:path w="1265409" h="982418">
                <a:moveTo>
                  <a:pt x="0" y="0"/>
                </a:moveTo>
                <a:lnTo>
                  <a:pt x="1265409" y="0"/>
                </a:lnTo>
                <a:lnTo>
                  <a:pt x="1265409" y="982418"/>
                </a:lnTo>
                <a:lnTo>
                  <a:pt x="0" y="9824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sz="1200"/>
          </a:p>
        </p:txBody>
      </p:sp>
      <p:sp>
        <p:nvSpPr>
          <p:cNvPr id="14" name="TextBox 14"/>
          <p:cNvSpPr txBox="1"/>
          <p:nvPr/>
        </p:nvSpPr>
        <p:spPr>
          <a:xfrm>
            <a:off x="1474801" y="3071917"/>
            <a:ext cx="2999763" cy="671338"/>
          </a:xfrm>
          <a:prstGeom prst="rect">
            <a:avLst/>
          </a:prstGeom>
        </p:spPr>
        <p:txBody>
          <a:bodyPr lIns="0" tIns="0" rIns="0" bIns="0" rtlCol="0" anchor="t">
            <a:spAutoFit/>
          </a:bodyPr>
          <a:lstStyle/>
          <a:p>
            <a:pPr algn="ctr">
              <a:lnSpc>
                <a:spcPts val="2707"/>
              </a:lnSpc>
            </a:pPr>
            <a:r>
              <a:rPr lang="en-US" sz="1933" b="1">
                <a:solidFill>
                  <a:srgbClr val="503530"/>
                </a:solidFill>
                <a:latin typeface="Canva Sans Bold"/>
                <a:ea typeface="Canva Sans Bold"/>
                <a:cs typeface="Canva Sans Bold"/>
                <a:sym typeface="Canva Sans Bold"/>
              </a:rPr>
              <a:t>The budget set for the </a:t>
            </a:r>
          </a:p>
          <a:p>
            <a:pPr algn="ctr">
              <a:lnSpc>
                <a:spcPts val="2707"/>
              </a:lnSpc>
            </a:pPr>
            <a:r>
              <a:rPr lang="en-US" sz="1933" b="1">
                <a:solidFill>
                  <a:srgbClr val="503530"/>
                </a:solidFill>
                <a:latin typeface="Canva Sans Bold"/>
                <a:ea typeface="Canva Sans Bold"/>
                <a:cs typeface="Canva Sans Bold"/>
                <a:sym typeface="Canva Sans Bold"/>
              </a:rPr>
              <a:t>video was $75 for 1 week.</a:t>
            </a:r>
          </a:p>
        </p:txBody>
      </p:sp>
      <p:graphicFrame>
        <p:nvGraphicFramePr>
          <p:cNvPr id="15" name="Table 8">
            <a:extLst>
              <a:ext uri="{FF2B5EF4-FFF2-40B4-BE49-F238E27FC236}">
                <a16:creationId xmlns:a16="http://schemas.microsoft.com/office/drawing/2014/main" id="{21383E5D-1422-AD60-61E4-D1373D585DB5}"/>
              </a:ext>
            </a:extLst>
          </p:cNvPr>
          <p:cNvGraphicFramePr>
            <a:graphicFrameLocks noGrp="1"/>
          </p:cNvGraphicFramePr>
          <p:nvPr>
            <p:extLst>
              <p:ext uri="{D42A27DB-BD31-4B8C-83A1-F6EECF244321}">
                <p14:modId xmlns:p14="http://schemas.microsoft.com/office/powerpoint/2010/main" val="1250221685"/>
              </p:ext>
            </p:extLst>
          </p:nvPr>
        </p:nvGraphicFramePr>
        <p:xfrm>
          <a:off x="242622" y="3976743"/>
          <a:ext cx="8441029" cy="1705893"/>
        </p:xfrm>
        <a:graphic>
          <a:graphicData uri="http://schemas.openxmlformats.org/drawingml/2006/table">
            <a:tbl>
              <a:tblPr/>
              <a:tblGrid>
                <a:gridCol w="1475338">
                  <a:extLst>
                    <a:ext uri="{9D8B030D-6E8A-4147-A177-3AD203B41FA5}">
                      <a16:colId xmlns:a16="http://schemas.microsoft.com/office/drawing/2014/main" val="20000"/>
                    </a:ext>
                  </a:extLst>
                </a:gridCol>
                <a:gridCol w="2349148">
                  <a:extLst>
                    <a:ext uri="{9D8B030D-6E8A-4147-A177-3AD203B41FA5}">
                      <a16:colId xmlns:a16="http://schemas.microsoft.com/office/drawing/2014/main" val="20001"/>
                    </a:ext>
                  </a:extLst>
                </a:gridCol>
                <a:gridCol w="1721918">
                  <a:extLst>
                    <a:ext uri="{9D8B030D-6E8A-4147-A177-3AD203B41FA5}">
                      <a16:colId xmlns:a16="http://schemas.microsoft.com/office/drawing/2014/main" val="20002"/>
                    </a:ext>
                  </a:extLst>
                </a:gridCol>
                <a:gridCol w="1502559">
                  <a:extLst>
                    <a:ext uri="{9D8B030D-6E8A-4147-A177-3AD203B41FA5}">
                      <a16:colId xmlns:a16="http://schemas.microsoft.com/office/drawing/2014/main" val="20003"/>
                    </a:ext>
                  </a:extLst>
                </a:gridCol>
                <a:gridCol w="1392066">
                  <a:extLst>
                    <a:ext uri="{9D8B030D-6E8A-4147-A177-3AD203B41FA5}">
                      <a16:colId xmlns:a16="http://schemas.microsoft.com/office/drawing/2014/main" val="20004"/>
                    </a:ext>
                  </a:extLst>
                </a:gridCol>
              </a:tblGrid>
              <a:tr h="972087">
                <a:tc>
                  <a:txBody>
                    <a:bodyPr/>
                    <a:lstStyle/>
                    <a:p>
                      <a:pPr algn="l">
                        <a:lnSpc>
                          <a:spcPts val="4200"/>
                        </a:lnSpc>
                        <a:defRPr/>
                      </a:pPr>
                      <a:r>
                        <a:rPr lang="en-US" sz="1400" dirty="0">
                          <a:solidFill>
                            <a:srgbClr val="503530"/>
                          </a:solidFill>
                          <a:latin typeface="Montserrat"/>
                          <a:ea typeface="Montserrat"/>
                          <a:cs typeface="Montserrat"/>
                          <a:sym typeface="Montserrat"/>
                        </a:rPr>
                        <a:t>Reach  </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solidFill>
                      <a:srgbClr val="EDE8EA"/>
                    </a:solidFill>
                  </a:tcPr>
                </a:tc>
                <a:tc>
                  <a:txBody>
                    <a:bodyPr/>
                    <a:lstStyle/>
                    <a:p>
                      <a:pPr algn="l">
                        <a:lnSpc>
                          <a:spcPts val="4200"/>
                        </a:lnSpc>
                        <a:defRPr/>
                      </a:pPr>
                      <a:r>
                        <a:rPr lang="en-US" sz="1400" dirty="0">
                          <a:solidFill>
                            <a:srgbClr val="503530"/>
                          </a:solidFill>
                          <a:latin typeface="Montserrat"/>
                          <a:ea typeface="Montserrat"/>
                          <a:cs typeface="Montserrat"/>
                          <a:sym typeface="Montserrat"/>
                        </a:rPr>
                        <a:t>Impression  </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solidFill>
                      <a:srgbClr val="EDE8EA"/>
                    </a:solidFill>
                  </a:tcPr>
                </a:tc>
                <a:tc>
                  <a:txBody>
                    <a:bodyPr/>
                    <a:lstStyle/>
                    <a:p>
                      <a:pPr algn="l">
                        <a:lnSpc>
                          <a:spcPts val="4340"/>
                        </a:lnSpc>
                        <a:defRPr/>
                      </a:pPr>
                      <a:r>
                        <a:rPr lang="en-US" sz="1400" dirty="0">
                          <a:solidFill>
                            <a:srgbClr val="503530"/>
                          </a:solidFill>
                          <a:latin typeface="Montserrat"/>
                          <a:ea typeface="Montserrat"/>
                          <a:cs typeface="Montserrat"/>
                          <a:sym typeface="Montserrat"/>
                        </a:rPr>
                        <a:t>Results  </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solidFill>
                      <a:srgbClr val="EDE8EA"/>
                    </a:solidFill>
                  </a:tcPr>
                </a:tc>
                <a:tc>
                  <a:txBody>
                    <a:bodyPr/>
                    <a:lstStyle/>
                    <a:p>
                      <a:pPr algn="l">
                        <a:lnSpc>
                          <a:spcPts val="4340"/>
                        </a:lnSpc>
                        <a:defRPr/>
                      </a:pPr>
                      <a:r>
                        <a:rPr lang="en-US" sz="1400">
                          <a:solidFill>
                            <a:srgbClr val="503530"/>
                          </a:solidFill>
                          <a:latin typeface="Montserrat"/>
                          <a:ea typeface="Montserrat"/>
                          <a:cs typeface="Montserrat"/>
                          <a:sym typeface="Montserrat"/>
                        </a:rPr>
                        <a:t>Clicks</a:t>
                      </a:r>
                      <a:endParaRPr lang="en-US" sz="140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solidFill>
                      <a:srgbClr val="EDE8EA"/>
                    </a:solidFill>
                  </a:tcPr>
                </a:tc>
                <a:tc>
                  <a:txBody>
                    <a:bodyPr/>
                    <a:lstStyle/>
                    <a:p>
                      <a:pPr algn="l">
                        <a:lnSpc>
                          <a:spcPts val="4340"/>
                        </a:lnSpc>
                        <a:defRPr/>
                      </a:pPr>
                      <a:r>
                        <a:rPr lang="en-US" sz="1400">
                          <a:solidFill>
                            <a:srgbClr val="503530"/>
                          </a:solidFill>
                          <a:latin typeface="Montserrat"/>
                          <a:ea typeface="Montserrat"/>
                          <a:cs typeface="Montserrat"/>
                          <a:sym typeface="Montserrat"/>
                        </a:rPr>
                        <a:t>CPC</a:t>
                      </a:r>
                      <a:endParaRPr lang="en-US" sz="140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solidFill>
                      <a:srgbClr val="EDE8EA"/>
                    </a:solidFill>
                  </a:tcPr>
                </a:tc>
                <a:extLst>
                  <a:ext uri="{0D108BD9-81ED-4DB2-BD59-A6C34878D82A}">
                    <a16:rowId xmlns:a16="http://schemas.microsoft.com/office/drawing/2014/main" val="10000"/>
                  </a:ext>
                </a:extLst>
              </a:tr>
              <a:tr h="634760">
                <a:tc>
                  <a:txBody>
                    <a:bodyPr/>
                    <a:lstStyle/>
                    <a:p>
                      <a:pPr algn="l">
                        <a:lnSpc>
                          <a:spcPts val="3220"/>
                        </a:lnSpc>
                        <a:defRPr/>
                      </a:pPr>
                      <a:r>
                        <a:rPr lang="en-US" sz="1400">
                          <a:solidFill>
                            <a:srgbClr val="503530"/>
                          </a:solidFill>
                          <a:latin typeface="Montserrat"/>
                          <a:ea typeface="Montserrat"/>
                          <a:cs typeface="Montserrat"/>
                          <a:sym typeface="Montserrat"/>
                        </a:rPr>
                        <a:t>280894</a:t>
                      </a:r>
                      <a:endParaRPr lang="en-US" sz="140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tcPr>
                </a:tc>
                <a:tc>
                  <a:txBody>
                    <a:bodyPr/>
                    <a:lstStyle/>
                    <a:p>
                      <a:pPr algn="l">
                        <a:lnSpc>
                          <a:spcPts val="3220"/>
                        </a:lnSpc>
                        <a:defRPr/>
                      </a:pPr>
                      <a:r>
                        <a:rPr lang="en-US" sz="1400">
                          <a:solidFill>
                            <a:srgbClr val="503530"/>
                          </a:solidFill>
                          <a:latin typeface="Montserrat"/>
                          <a:ea typeface="Montserrat"/>
                          <a:cs typeface="Montserrat"/>
                          <a:sym typeface="Montserrat"/>
                        </a:rPr>
                        <a:t>993285</a:t>
                      </a:r>
                      <a:endParaRPr lang="en-US" sz="140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tcPr>
                </a:tc>
                <a:tc>
                  <a:txBody>
                    <a:bodyPr/>
                    <a:lstStyle/>
                    <a:p>
                      <a:pPr algn="l">
                        <a:lnSpc>
                          <a:spcPts val="3220"/>
                        </a:lnSpc>
                        <a:defRPr/>
                      </a:pPr>
                      <a:r>
                        <a:rPr lang="en-US" sz="1400" dirty="0">
                          <a:solidFill>
                            <a:srgbClr val="503530"/>
                          </a:solidFill>
                          <a:latin typeface="Montserrat"/>
                          <a:ea typeface="Montserrat"/>
                          <a:cs typeface="Montserrat"/>
                          <a:sym typeface="Montserrat"/>
                        </a:rPr>
                        <a:t>17767</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tcPr>
                </a:tc>
                <a:tc>
                  <a:txBody>
                    <a:bodyPr/>
                    <a:lstStyle/>
                    <a:p>
                      <a:pPr algn="l">
                        <a:lnSpc>
                          <a:spcPts val="3220"/>
                        </a:lnSpc>
                        <a:defRPr/>
                      </a:pPr>
                      <a:r>
                        <a:rPr lang="en-US" sz="1400" dirty="0">
                          <a:solidFill>
                            <a:srgbClr val="503530"/>
                          </a:solidFill>
                          <a:latin typeface="Montserrat"/>
                          <a:ea typeface="Montserrat"/>
                          <a:cs typeface="Montserrat"/>
                          <a:sym typeface="Montserrat"/>
                        </a:rPr>
                        <a:t>172</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tcPr>
                </a:tc>
                <a:tc>
                  <a:txBody>
                    <a:bodyPr/>
                    <a:lstStyle/>
                    <a:p>
                      <a:pPr algn="l">
                        <a:lnSpc>
                          <a:spcPts val="3220"/>
                        </a:lnSpc>
                        <a:defRPr/>
                      </a:pPr>
                      <a:r>
                        <a:rPr lang="en-US" sz="1400" dirty="0">
                          <a:solidFill>
                            <a:srgbClr val="503530"/>
                          </a:solidFill>
                          <a:latin typeface="Montserrat"/>
                          <a:ea typeface="Montserrat"/>
                          <a:cs typeface="Montserrat"/>
                          <a:sym typeface="Montserrat"/>
                        </a:rPr>
                        <a:t>$0.45</a:t>
                      </a:r>
                      <a:endParaRPr lang="en-US" sz="1400" dirty="0"/>
                    </a:p>
                  </a:txBody>
                  <a:tcPr marL="190500" marR="190500" marT="190500" marB="190500" anchor="ctr">
                    <a:lnL w="47625" cap="flat" cmpd="sng" algn="ctr">
                      <a:solidFill>
                        <a:srgbClr val="357738"/>
                      </a:solidFill>
                      <a:prstDash val="solid"/>
                      <a:round/>
                      <a:headEnd type="none" w="med" len="med"/>
                      <a:tailEnd type="none" w="med" len="med"/>
                    </a:lnL>
                    <a:lnR w="47625" cap="flat" cmpd="sng" algn="ctr">
                      <a:solidFill>
                        <a:srgbClr val="357738"/>
                      </a:solidFill>
                      <a:prstDash val="solid"/>
                      <a:round/>
                      <a:headEnd type="none" w="med" len="med"/>
                      <a:tailEnd type="none" w="med" len="med"/>
                    </a:lnR>
                    <a:lnT w="47625" cap="flat" cmpd="sng" algn="ctr">
                      <a:solidFill>
                        <a:srgbClr val="357738"/>
                      </a:solidFill>
                      <a:prstDash val="solid"/>
                      <a:round/>
                      <a:headEnd type="none" w="med" len="med"/>
                      <a:tailEnd type="none" w="med" len="med"/>
                    </a:lnT>
                    <a:lnB w="47625" cap="flat" cmpd="sng" algn="ctr">
                      <a:solidFill>
                        <a:srgbClr val="357738"/>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2128251" cy="1423082"/>
          </a:xfrm>
          <a:custGeom>
            <a:avLst/>
            <a:gdLst/>
            <a:ahLst/>
            <a:cxnLst/>
            <a:rect l="l" t="t" r="r" b="b"/>
            <a:pathLst>
              <a:path w="18192377" h="9937586">
                <a:moveTo>
                  <a:pt x="0" y="0"/>
                </a:moveTo>
                <a:lnTo>
                  <a:pt x="18192377" y="0"/>
                </a:lnTo>
                <a:lnTo>
                  <a:pt x="18192377" y="9937586"/>
                </a:lnTo>
                <a:lnTo>
                  <a:pt x="0" y="9937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1200"/>
          </a:p>
        </p:txBody>
      </p:sp>
      <p:sp>
        <p:nvSpPr>
          <p:cNvPr id="3" name="Freeform 3"/>
          <p:cNvSpPr/>
          <p:nvPr/>
        </p:nvSpPr>
        <p:spPr>
          <a:xfrm>
            <a:off x="342856" y="1790779"/>
            <a:ext cx="3981807" cy="3981807"/>
          </a:xfrm>
          <a:custGeom>
            <a:avLst/>
            <a:gdLst/>
            <a:ahLst/>
            <a:cxnLst/>
            <a:rect l="l" t="t" r="r" b="b"/>
            <a:pathLst>
              <a:path w="5972710" h="5972710">
                <a:moveTo>
                  <a:pt x="0" y="0"/>
                </a:moveTo>
                <a:lnTo>
                  <a:pt x="5972710" y="0"/>
                </a:lnTo>
                <a:lnTo>
                  <a:pt x="5972710" y="5972709"/>
                </a:lnTo>
                <a:lnTo>
                  <a:pt x="0" y="59727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1200"/>
          </a:p>
        </p:txBody>
      </p:sp>
      <p:sp>
        <p:nvSpPr>
          <p:cNvPr id="4" name="Freeform 4"/>
          <p:cNvSpPr/>
          <p:nvPr/>
        </p:nvSpPr>
        <p:spPr>
          <a:xfrm>
            <a:off x="7779936" y="1790779"/>
            <a:ext cx="3981807" cy="3981807"/>
          </a:xfrm>
          <a:custGeom>
            <a:avLst/>
            <a:gdLst/>
            <a:ahLst/>
            <a:cxnLst/>
            <a:rect l="l" t="t" r="r" b="b"/>
            <a:pathLst>
              <a:path w="5972710" h="5972710">
                <a:moveTo>
                  <a:pt x="0" y="0"/>
                </a:moveTo>
                <a:lnTo>
                  <a:pt x="5972710" y="0"/>
                </a:lnTo>
                <a:lnTo>
                  <a:pt x="5972710" y="5972709"/>
                </a:lnTo>
                <a:lnTo>
                  <a:pt x="0" y="5972709"/>
                </a:lnTo>
                <a:lnTo>
                  <a:pt x="0" y="0"/>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5" name="Freeform 5"/>
          <p:cNvSpPr/>
          <p:nvPr/>
        </p:nvSpPr>
        <p:spPr>
          <a:xfrm>
            <a:off x="382485" y="1837499"/>
            <a:ext cx="1805225" cy="3913766"/>
          </a:xfrm>
          <a:custGeom>
            <a:avLst/>
            <a:gdLst/>
            <a:ahLst/>
            <a:cxnLst/>
            <a:rect l="l" t="t" r="r" b="b"/>
            <a:pathLst>
              <a:path w="2707837" h="5870649">
                <a:moveTo>
                  <a:pt x="0" y="0"/>
                </a:moveTo>
                <a:lnTo>
                  <a:pt x="2707837" y="0"/>
                </a:lnTo>
                <a:lnTo>
                  <a:pt x="2707837" y="5870649"/>
                </a:lnTo>
                <a:lnTo>
                  <a:pt x="0" y="5870649"/>
                </a:lnTo>
                <a:lnTo>
                  <a:pt x="0" y="0"/>
                </a:lnTo>
                <a:close/>
              </a:path>
            </a:pathLst>
          </a:custGeom>
          <a:blipFill>
            <a:blip r:embed="rId7"/>
            <a:stretch>
              <a:fillRect/>
            </a:stretch>
          </a:blipFill>
        </p:spPr>
        <p:txBody>
          <a:bodyPr/>
          <a:lstStyle/>
          <a:p>
            <a:endParaRPr lang="en-US" sz="1200"/>
          </a:p>
        </p:txBody>
      </p:sp>
      <p:sp>
        <p:nvSpPr>
          <p:cNvPr id="6" name="Freeform 6"/>
          <p:cNvSpPr/>
          <p:nvPr/>
        </p:nvSpPr>
        <p:spPr>
          <a:xfrm>
            <a:off x="7837976" y="1831535"/>
            <a:ext cx="1799011" cy="3900295"/>
          </a:xfrm>
          <a:custGeom>
            <a:avLst/>
            <a:gdLst/>
            <a:ahLst/>
            <a:cxnLst/>
            <a:rect l="l" t="t" r="r" b="b"/>
            <a:pathLst>
              <a:path w="2698517" h="5850443">
                <a:moveTo>
                  <a:pt x="0" y="0"/>
                </a:moveTo>
                <a:lnTo>
                  <a:pt x="2698517" y="0"/>
                </a:lnTo>
                <a:lnTo>
                  <a:pt x="2698517" y="5850443"/>
                </a:lnTo>
                <a:lnTo>
                  <a:pt x="0" y="5850443"/>
                </a:lnTo>
                <a:lnTo>
                  <a:pt x="0" y="0"/>
                </a:lnTo>
                <a:close/>
              </a:path>
            </a:pathLst>
          </a:custGeom>
          <a:blipFill>
            <a:blip r:embed="rId8"/>
            <a:stretch>
              <a:fillRect/>
            </a:stretch>
          </a:blipFill>
        </p:spPr>
        <p:txBody>
          <a:bodyPr/>
          <a:lstStyle/>
          <a:p>
            <a:endParaRPr lang="en-US" sz="1200"/>
          </a:p>
        </p:txBody>
      </p:sp>
      <p:sp>
        <p:nvSpPr>
          <p:cNvPr id="7" name="Freeform 7"/>
          <p:cNvSpPr/>
          <p:nvPr/>
        </p:nvSpPr>
        <p:spPr>
          <a:xfrm>
            <a:off x="2187710" y="1831535"/>
            <a:ext cx="1956883" cy="1956883"/>
          </a:xfrm>
          <a:custGeom>
            <a:avLst/>
            <a:gdLst/>
            <a:ahLst/>
            <a:cxnLst/>
            <a:rect l="l" t="t" r="r" b="b"/>
            <a:pathLst>
              <a:path w="2935325" h="2935325">
                <a:moveTo>
                  <a:pt x="0" y="0"/>
                </a:moveTo>
                <a:lnTo>
                  <a:pt x="2935325" y="0"/>
                </a:lnTo>
                <a:lnTo>
                  <a:pt x="2935325" y="2935325"/>
                </a:lnTo>
                <a:lnTo>
                  <a:pt x="0" y="29353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8" name="Freeform 8"/>
          <p:cNvSpPr/>
          <p:nvPr/>
        </p:nvSpPr>
        <p:spPr>
          <a:xfrm>
            <a:off x="2225810" y="3774947"/>
            <a:ext cx="1956883" cy="1956883"/>
          </a:xfrm>
          <a:custGeom>
            <a:avLst/>
            <a:gdLst/>
            <a:ahLst/>
            <a:cxnLst/>
            <a:rect l="l" t="t" r="r" b="b"/>
            <a:pathLst>
              <a:path w="2935325" h="2935325">
                <a:moveTo>
                  <a:pt x="0" y="0"/>
                </a:moveTo>
                <a:lnTo>
                  <a:pt x="2935325" y="0"/>
                </a:lnTo>
                <a:lnTo>
                  <a:pt x="2935325" y="2935325"/>
                </a:lnTo>
                <a:lnTo>
                  <a:pt x="0" y="29353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9" name="Freeform 9"/>
          <p:cNvSpPr/>
          <p:nvPr/>
        </p:nvSpPr>
        <p:spPr>
          <a:xfrm>
            <a:off x="9804860" y="3774947"/>
            <a:ext cx="1956883" cy="1956883"/>
          </a:xfrm>
          <a:custGeom>
            <a:avLst/>
            <a:gdLst/>
            <a:ahLst/>
            <a:cxnLst/>
            <a:rect l="l" t="t" r="r" b="b"/>
            <a:pathLst>
              <a:path w="2935325" h="2935325">
                <a:moveTo>
                  <a:pt x="0" y="0"/>
                </a:moveTo>
                <a:lnTo>
                  <a:pt x="2935325" y="0"/>
                </a:lnTo>
                <a:lnTo>
                  <a:pt x="2935325" y="2935325"/>
                </a:lnTo>
                <a:lnTo>
                  <a:pt x="0" y="293532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10" name="Freeform 10"/>
          <p:cNvSpPr/>
          <p:nvPr/>
        </p:nvSpPr>
        <p:spPr>
          <a:xfrm>
            <a:off x="9738587" y="1837499"/>
            <a:ext cx="1956883" cy="1956883"/>
          </a:xfrm>
          <a:custGeom>
            <a:avLst/>
            <a:gdLst/>
            <a:ahLst/>
            <a:cxnLst/>
            <a:rect l="l" t="t" r="r" b="b"/>
            <a:pathLst>
              <a:path w="2935325" h="2935325">
                <a:moveTo>
                  <a:pt x="0" y="0"/>
                </a:moveTo>
                <a:lnTo>
                  <a:pt x="2935324" y="0"/>
                </a:lnTo>
                <a:lnTo>
                  <a:pt x="2935324" y="2935324"/>
                </a:lnTo>
                <a:lnTo>
                  <a:pt x="0" y="29353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11" name="Freeform 11"/>
          <p:cNvSpPr/>
          <p:nvPr/>
        </p:nvSpPr>
        <p:spPr>
          <a:xfrm>
            <a:off x="2333759" y="2224671"/>
            <a:ext cx="146095" cy="146095"/>
          </a:xfrm>
          <a:custGeom>
            <a:avLst/>
            <a:gdLst/>
            <a:ahLst/>
            <a:cxnLst/>
            <a:rect l="l" t="t" r="r" b="b"/>
            <a:pathLst>
              <a:path w="219142" h="219142">
                <a:moveTo>
                  <a:pt x="0" y="0"/>
                </a:moveTo>
                <a:lnTo>
                  <a:pt x="219142" y="0"/>
                </a:lnTo>
                <a:lnTo>
                  <a:pt x="219142" y="219141"/>
                </a:lnTo>
                <a:lnTo>
                  <a:pt x="0" y="2191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sp>
        <p:nvSpPr>
          <p:cNvPr id="12" name="Freeform 12"/>
          <p:cNvSpPr/>
          <p:nvPr/>
        </p:nvSpPr>
        <p:spPr>
          <a:xfrm>
            <a:off x="2317818" y="2993065"/>
            <a:ext cx="146095" cy="146095"/>
          </a:xfrm>
          <a:custGeom>
            <a:avLst/>
            <a:gdLst/>
            <a:ahLst/>
            <a:cxnLst/>
            <a:rect l="l" t="t" r="r" b="b"/>
            <a:pathLst>
              <a:path w="219142" h="219142">
                <a:moveTo>
                  <a:pt x="0" y="0"/>
                </a:moveTo>
                <a:lnTo>
                  <a:pt x="219141" y="0"/>
                </a:lnTo>
                <a:lnTo>
                  <a:pt x="219141" y="219142"/>
                </a:lnTo>
                <a:lnTo>
                  <a:pt x="0" y="2191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sp>
        <p:nvSpPr>
          <p:cNvPr id="13" name="Freeform 13"/>
          <p:cNvSpPr/>
          <p:nvPr/>
        </p:nvSpPr>
        <p:spPr>
          <a:xfrm>
            <a:off x="2327409" y="4194817"/>
            <a:ext cx="146095" cy="146095"/>
          </a:xfrm>
          <a:custGeom>
            <a:avLst/>
            <a:gdLst/>
            <a:ahLst/>
            <a:cxnLst/>
            <a:rect l="l" t="t" r="r" b="b"/>
            <a:pathLst>
              <a:path w="219142" h="219142">
                <a:moveTo>
                  <a:pt x="0" y="0"/>
                </a:moveTo>
                <a:lnTo>
                  <a:pt x="219142" y="0"/>
                </a:lnTo>
                <a:lnTo>
                  <a:pt x="219142" y="219141"/>
                </a:lnTo>
                <a:lnTo>
                  <a:pt x="0" y="2191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sp>
        <p:nvSpPr>
          <p:cNvPr id="14" name="Freeform 14"/>
          <p:cNvSpPr/>
          <p:nvPr/>
        </p:nvSpPr>
        <p:spPr>
          <a:xfrm>
            <a:off x="9913189" y="4121770"/>
            <a:ext cx="146095" cy="146095"/>
          </a:xfrm>
          <a:custGeom>
            <a:avLst/>
            <a:gdLst/>
            <a:ahLst/>
            <a:cxnLst/>
            <a:rect l="l" t="t" r="r" b="b"/>
            <a:pathLst>
              <a:path w="219142" h="219142">
                <a:moveTo>
                  <a:pt x="0" y="0"/>
                </a:moveTo>
                <a:lnTo>
                  <a:pt x="219141" y="0"/>
                </a:lnTo>
                <a:lnTo>
                  <a:pt x="219141" y="219141"/>
                </a:lnTo>
                <a:lnTo>
                  <a:pt x="0" y="2191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sp>
        <p:nvSpPr>
          <p:cNvPr id="15" name="Freeform 15"/>
          <p:cNvSpPr/>
          <p:nvPr/>
        </p:nvSpPr>
        <p:spPr>
          <a:xfrm>
            <a:off x="9894139" y="3089123"/>
            <a:ext cx="146095" cy="146095"/>
          </a:xfrm>
          <a:custGeom>
            <a:avLst/>
            <a:gdLst/>
            <a:ahLst/>
            <a:cxnLst/>
            <a:rect l="l" t="t" r="r" b="b"/>
            <a:pathLst>
              <a:path w="219142" h="219142">
                <a:moveTo>
                  <a:pt x="0" y="0"/>
                </a:moveTo>
                <a:lnTo>
                  <a:pt x="219141" y="0"/>
                </a:lnTo>
                <a:lnTo>
                  <a:pt x="219141" y="219142"/>
                </a:lnTo>
                <a:lnTo>
                  <a:pt x="0" y="2191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sp>
        <p:nvSpPr>
          <p:cNvPr id="16" name="Freeform 16"/>
          <p:cNvSpPr/>
          <p:nvPr/>
        </p:nvSpPr>
        <p:spPr>
          <a:xfrm>
            <a:off x="9871892" y="2177023"/>
            <a:ext cx="146095" cy="146095"/>
          </a:xfrm>
          <a:custGeom>
            <a:avLst/>
            <a:gdLst/>
            <a:ahLst/>
            <a:cxnLst/>
            <a:rect l="l" t="t" r="r" b="b"/>
            <a:pathLst>
              <a:path w="219142" h="219142">
                <a:moveTo>
                  <a:pt x="0" y="0"/>
                </a:moveTo>
                <a:lnTo>
                  <a:pt x="219142" y="0"/>
                </a:lnTo>
                <a:lnTo>
                  <a:pt x="219142" y="219141"/>
                </a:lnTo>
                <a:lnTo>
                  <a:pt x="0" y="21914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sz="1200"/>
          </a:p>
        </p:txBody>
      </p:sp>
      <p:grpSp>
        <p:nvGrpSpPr>
          <p:cNvPr id="17" name="Group 17"/>
          <p:cNvGrpSpPr/>
          <p:nvPr/>
        </p:nvGrpSpPr>
        <p:grpSpPr>
          <a:xfrm>
            <a:off x="4712013" y="2026156"/>
            <a:ext cx="2363234" cy="3497580"/>
            <a:chOff x="0" y="0"/>
            <a:chExt cx="7453846" cy="11031673"/>
          </a:xfrm>
        </p:grpSpPr>
        <p:sp>
          <p:nvSpPr>
            <p:cNvPr id="18" name="Freeform 18"/>
            <p:cNvSpPr/>
            <p:nvPr/>
          </p:nvSpPr>
          <p:spPr>
            <a:xfrm>
              <a:off x="0" y="0"/>
              <a:ext cx="7453846" cy="11031674"/>
            </a:xfrm>
            <a:custGeom>
              <a:avLst/>
              <a:gdLst/>
              <a:ahLst/>
              <a:cxnLst/>
              <a:rect l="l" t="t" r="r" b="b"/>
              <a:pathLst>
                <a:path w="7453846" h="11031674">
                  <a:moveTo>
                    <a:pt x="0" y="425605"/>
                  </a:moveTo>
                  <a:lnTo>
                    <a:pt x="0" y="10606069"/>
                  </a:lnTo>
                  <a:cubicBezTo>
                    <a:pt x="0" y="10841124"/>
                    <a:pt x="190550" y="11031674"/>
                    <a:pt x="425605" y="11031674"/>
                  </a:cubicBezTo>
                  <a:lnTo>
                    <a:pt x="7028241" y="11031674"/>
                  </a:lnTo>
                  <a:cubicBezTo>
                    <a:pt x="7263296" y="11031674"/>
                    <a:pt x="7453846" y="10841124"/>
                    <a:pt x="7453846" y="10606069"/>
                  </a:cubicBezTo>
                  <a:lnTo>
                    <a:pt x="7453846" y="425605"/>
                  </a:lnTo>
                  <a:cubicBezTo>
                    <a:pt x="7453846" y="190550"/>
                    <a:pt x="7263296" y="0"/>
                    <a:pt x="7028241" y="0"/>
                  </a:cubicBezTo>
                  <a:lnTo>
                    <a:pt x="425605" y="0"/>
                  </a:lnTo>
                  <a:cubicBezTo>
                    <a:pt x="190550" y="0"/>
                    <a:pt x="0" y="190550"/>
                    <a:pt x="0" y="425605"/>
                  </a:cubicBezTo>
                  <a:close/>
                  <a:moveTo>
                    <a:pt x="4417374" y="9539567"/>
                  </a:moveTo>
                  <a:lnTo>
                    <a:pt x="2353210" y="9539567"/>
                  </a:lnTo>
                  <a:cubicBezTo>
                    <a:pt x="2232109" y="9539567"/>
                    <a:pt x="2116742" y="9487978"/>
                    <a:pt x="2036002" y="9397720"/>
                  </a:cubicBezTo>
                  <a:lnTo>
                    <a:pt x="1256097" y="8525880"/>
                  </a:lnTo>
                  <a:cubicBezTo>
                    <a:pt x="1175357" y="8435623"/>
                    <a:pt x="1059990" y="8384034"/>
                    <a:pt x="938889" y="8384034"/>
                  </a:cubicBezTo>
                  <a:lnTo>
                    <a:pt x="641505" y="8384034"/>
                  </a:lnTo>
                  <a:cubicBezTo>
                    <a:pt x="406450" y="8384035"/>
                    <a:pt x="215900" y="8193484"/>
                    <a:pt x="215900" y="7958428"/>
                  </a:cubicBezTo>
                  <a:lnTo>
                    <a:pt x="215900" y="641505"/>
                  </a:lnTo>
                  <a:cubicBezTo>
                    <a:pt x="215900" y="406450"/>
                    <a:pt x="406450" y="215900"/>
                    <a:pt x="641505" y="215900"/>
                  </a:cubicBezTo>
                  <a:lnTo>
                    <a:pt x="2181997" y="215900"/>
                  </a:lnTo>
                  <a:cubicBezTo>
                    <a:pt x="2304706" y="215900"/>
                    <a:pt x="2421444" y="268863"/>
                    <a:pt x="2502261" y="361201"/>
                  </a:cubicBezTo>
                  <a:lnTo>
                    <a:pt x="3592266" y="1606593"/>
                  </a:lnTo>
                  <a:cubicBezTo>
                    <a:pt x="3673083" y="1698931"/>
                    <a:pt x="3789821" y="1751894"/>
                    <a:pt x="3912530" y="1751894"/>
                  </a:cubicBezTo>
                  <a:lnTo>
                    <a:pt x="6009919" y="1751894"/>
                  </a:lnTo>
                  <a:cubicBezTo>
                    <a:pt x="6131020" y="1751894"/>
                    <a:pt x="6246387" y="1803483"/>
                    <a:pt x="6327127" y="1893740"/>
                  </a:cubicBezTo>
                  <a:lnTo>
                    <a:pt x="7125607" y="2786344"/>
                  </a:lnTo>
                  <a:cubicBezTo>
                    <a:pt x="7195362" y="2864322"/>
                    <a:pt x="7233950" y="2965262"/>
                    <a:pt x="7234003" y="3069886"/>
                  </a:cubicBezTo>
                  <a:lnTo>
                    <a:pt x="7237729" y="10389954"/>
                  </a:lnTo>
                  <a:cubicBezTo>
                    <a:pt x="7237849" y="10625094"/>
                    <a:pt x="7047264" y="10815775"/>
                    <a:pt x="6812125" y="10815775"/>
                  </a:cubicBezTo>
                  <a:lnTo>
                    <a:pt x="5978541" y="10815775"/>
                  </a:lnTo>
                  <a:cubicBezTo>
                    <a:pt x="5860583" y="10815775"/>
                    <a:pt x="5747916" y="10766820"/>
                    <a:pt x="5667423" y="10680592"/>
                  </a:cubicBezTo>
                  <a:lnTo>
                    <a:pt x="4728492" y="9674750"/>
                  </a:lnTo>
                  <a:cubicBezTo>
                    <a:pt x="4647999" y="9588522"/>
                    <a:pt x="4535331" y="9539567"/>
                    <a:pt x="4417374" y="9539567"/>
                  </a:cubicBezTo>
                  <a:close/>
                </a:path>
              </a:pathLst>
            </a:custGeom>
            <a:solidFill>
              <a:srgbClr val="56BF7C"/>
            </a:solidFill>
          </p:spPr>
          <p:txBody>
            <a:bodyPr/>
            <a:lstStyle/>
            <a:p>
              <a:endParaRPr lang="en-US" sz="1200"/>
            </a:p>
          </p:txBody>
        </p:sp>
      </p:grpSp>
      <p:sp>
        <p:nvSpPr>
          <p:cNvPr id="19" name="TextBox 19"/>
          <p:cNvSpPr txBox="1"/>
          <p:nvPr/>
        </p:nvSpPr>
        <p:spPr>
          <a:xfrm>
            <a:off x="3281867" y="358352"/>
            <a:ext cx="5564519" cy="588623"/>
          </a:xfrm>
          <a:prstGeom prst="rect">
            <a:avLst/>
          </a:prstGeom>
        </p:spPr>
        <p:txBody>
          <a:bodyPr lIns="0" tIns="0" rIns="0" bIns="0" rtlCol="0" anchor="t">
            <a:spAutoFit/>
          </a:bodyPr>
          <a:lstStyle/>
          <a:p>
            <a:pPr algn="ctr">
              <a:lnSpc>
                <a:spcPts val="4853"/>
              </a:lnSpc>
            </a:pPr>
            <a:r>
              <a:rPr lang="en-US" sz="3466" b="1">
                <a:solidFill>
                  <a:srgbClr val="000000"/>
                </a:solidFill>
                <a:latin typeface="Canva Sans Bold"/>
                <a:ea typeface="Canva Sans Bold"/>
                <a:cs typeface="Canva Sans Bold"/>
                <a:sym typeface="Canva Sans Bold"/>
              </a:rPr>
              <a:t>INFLUENCER MARKETING</a:t>
            </a:r>
          </a:p>
        </p:txBody>
      </p:sp>
      <p:sp>
        <p:nvSpPr>
          <p:cNvPr id="20" name="TextBox 20"/>
          <p:cNvSpPr txBox="1"/>
          <p:nvPr/>
        </p:nvSpPr>
        <p:spPr>
          <a:xfrm>
            <a:off x="2576888" y="2199271"/>
            <a:ext cx="1165826" cy="423193"/>
          </a:xfrm>
          <a:prstGeom prst="rect">
            <a:avLst/>
          </a:prstGeom>
        </p:spPr>
        <p:txBody>
          <a:bodyPr lIns="0" tIns="0" rIns="0" bIns="0" rtlCol="0" anchor="t">
            <a:spAutoFit/>
          </a:bodyPr>
          <a:lstStyle/>
          <a:p>
            <a:pPr algn="ctr">
              <a:lnSpc>
                <a:spcPts val="1722"/>
              </a:lnSpc>
            </a:pPr>
            <a:r>
              <a:rPr lang="en-US" sz="1230">
                <a:solidFill>
                  <a:srgbClr val="000000"/>
                </a:solidFill>
                <a:latin typeface="Canva Sans"/>
                <a:ea typeface="Canva Sans"/>
                <a:cs typeface="Canva Sans"/>
                <a:sym typeface="Canva Sans"/>
              </a:rPr>
              <a:t>ISHAAN ARORA</a:t>
            </a:r>
          </a:p>
          <a:p>
            <a:pPr algn="ctr">
              <a:lnSpc>
                <a:spcPts val="1722"/>
              </a:lnSpc>
            </a:pPr>
            <a:endParaRPr lang="en-US" sz="1230">
              <a:solidFill>
                <a:srgbClr val="000000"/>
              </a:solidFill>
              <a:latin typeface="Canva Sans"/>
              <a:ea typeface="Canva Sans"/>
              <a:cs typeface="Canva Sans"/>
              <a:sym typeface="Canva Sans"/>
            </a:endParaRPr>
          </a:p>
        </p:txBody>
      </p:sp>
      <p:sp>
        <p:nvSpPr>
          <p:cNvPr id="21" name="TextBox 21"/>
          <p:cNvSpPr txBox="1"/>
          <p:nvPr/>
        </p:nvSpPr>
        <p:spPr>
          <a:xfrm>
            <a:off x="1585695" y="2948615"/>
            <a:ext cx="3516771" cy="422423"/>
          </a:xfrm>
          <a:prstGeom prst="rect">
            <a:avLst/>
          </a:prstGeom>
        </p:spPr>
        <p:txBody>
          <a:bodyPr lIns="0" tIns="0" rIns="0" bIns="0" rtlCol="0" anchor="t">
            <a:spAutoFit/>
          </a:bodyPr>
          <a:lstStyle/>
          <a:p>
            <a:pPr algn="ctr">
              <a:lnSpc>
                <a:spcPts val="1693"/>
              </a:lnSpc>
              <a:spcBef>
                <a:spcPct val="0"/>
              </a:spcBef>
            </a:pPr>
            <a:r>
              <a:rPr lang="en-US" sz="1209">
                <a:solidFill>
                  <a:srgbClr val="000000"/>
                </a:solidFill>
                <a:latin typeface="Canva Sans"/>
                <a:ea typeface="Canva Sans"/>
                <a:cs typeface="Canva Sans"/>
                <a:sym typeface="Canva Sans"/>
              </a:rPr>
              <a:t>Instagram username: </a:t>
            </a:r>
          </a:p>
          <a:p>
            <a:pPr algn="ctr">
              <a:lnSpc>
                <a:spcPts val="1693"/>
              </a:lnSpc>
              <a:spcBef>
                <a:spcPct val="0"/>
              </a:spcBef>
            </a:pPr>
            <a:r>
              <a:rPr lang="en-US" sz="1209">
                <a:solidFill>
                  <a:srgbClr val="000000"/>
                </a:solidFill>
                <a:latin typeface="Canva Sans"/>
                <a:ea typeface="Canva Sans"/>
                <a:cs typeface="Canva Sans"/>
                <a:sym typeface="Canva Sans"/>
              </a:rPr>
              <a:t>ishaanarora1</a:t>
            </a:r>
          </a:p>
        </p:txBody>
      </p:sp>
      <p:sp>
        <p:nvSpPr>
          <p:cNvPr id="22" name="TextBox 22"/>
          <p:cNvSpPr txBox="1"/>
          <p:nvPr/>
        </p:nvSpPr>
        <p:spPr>
          <a:xfrm>
            <a:off x="1585694" y="4169418"/>
            <a:ext cx="3355917" cy="1422569"/>
          </a:xfrm>
          <a:prstGeom prst="rect">
            <a:avLst/>
          </a:prstGeom>
        </p:spPr>
        <p:txBody>
          <a:bodyPr lIns="0" tIns="0" rIns="0" bIns="0" rtlCol="0" anchor="t">
            <a:spAutoFit/>
          </a:bodyPr>
          <a:lstStyle/>
          <a:p>
            <a:pPr algn="ctr">
              <a:lnSpc>
                <a:spcPts val="1554"/>
              </a:lnSpc>
              <a:spcBef>
                <a:spcPct val="0"/>
              </a:spcBef>
            </a:pPr>
            <a:r>
              <a:rPr lang="en-US" sz="1110">
                <a:solidFill>
                  <a:srgbClr val="000000"/>
                </a:solidFill>
                <a:latin typeface="Canva Sans"/>
                <a:ea typeface="Canva Sans"/>
                <a:cs typeface="Canva Sans"/>
                <a:sym typeface="Canva Sans"/>
              </a:rPr>
              <a:t>We approached Ishan </a:t>
            </a:r>
          </a:p>
          <a:p>
            <a:pPr algn="ctr">
              <a:lnSpc>
                <a:spcPts val="1554"/>
              </a:lnSpc>
              <a:spcBef>
                <a:spcPct val="0"/>
              </a:spcBef>
            </a:pPr>
            <a:r>
              <a:rPr lang="en-US" sz="1110">
                <a:solidFill>
                  <a:srgbClr val="000000"/>
                </a:solidFill>
                <a:latin typeface="Canva Sans"/>
                <a:ea typeface="Canva Sans"/>
                <a:cs typeface="Canva Sans"/>
                <a:sym typeface="Canva Sans"/>
              </a:rPr>
              <a:t>for influencer </a:t>
            </a:r>
          </a:p>
          <a:p>
            <a:pPr algn="ctr">
              <a:lnSpc>
                <a:spcPts val="1554"/>
              </a:lnSpc>
              <a:spcBef>
                <a:spcPct val="0"/>
              </a:spcBef>
            </a:pPr>
            <a:r>
              <a:rPr lang="en-US" sz="1110">
                <a:solidFill>
                  <a:srgbClr val="000000"/>
                </a:solidFill>
                <a:latin typeface="Canva Sans"/>
                <a:ea typeface="Canva Sans"/>
                <a:cs typeface="Canva Sans"/>
                <a:sym typeface="Canva Sans"/>
              </a:rPr>
              <a:t>marketing </a:t>
            </a:r>
          </a:p>
          <a:p>
            <a:pPr algn="ctr">
              <a:lnSpc>
                <a:spcPts val="1554"/>
              </a:lnSpc>
              <a:spcBef>
                <a:spcPct val="0"/>
              </a:spcBef>
            </a:pPr>
            <a:r>
              <a:rPr lang="en-US" sz="1110">
                <a:solidFill>
                  <a:srgbClr val="000000"/>
                </a:solidFill>
                <a:latin typeface="Canva Sans"/>
                <a:ea typeface="Canva Sans"/>
                <a:cs typeface="Canva Sans"/>
                <a:sym typeface="Canva Sans"/>
              </a:rPr>
              <a:t>because all his </a:t>
            </a:r>
          </a:p>
          <a:p>
            <a:pPr algn="ctr">
              <a:lnSpc>
                <a:spcPts val="1554"/>
              </a:lnSpc>
              <a:spcBef>
                <a:spcPct val="0"/>
              </a:spcBef>
            </a:pPr>
            <a:r>
              <a:rPr lang="en-US" sz="1110">
                <a:solidFill>
                  <a:srgbClr val="000000"/>
                </a:solidFill>
                <a:latin typeface="Canva Sans"/>
                <a:ea typeface="Canva Sans"/>
                <a:cs typeface="Canva Sans"/>
                <a:sym typeface="Canva Sans"/>
              </a:rPr>
              <a:t>content</a:t>
            </a:r>
          </a:p>
          <a:p>
            <a:pPr algn="ctr">
              <a:lnSpc>
                <a:spcPts val="1554"/>
              </a:lnSpc>
              <a:spcBef>
                <a:spcPct val="0"/>
              </a:spcBef>
            </a:pPr>
            <a:r>
              <a:rPr lang="en-US" sz="1110">
                <a:solidFill>
                  <a:srgbClr val="000000"/>
                </a:solidFill>
                <a:latin typeface="Canva Sans"/>
                <a:ea typeface="Canva Sans"/>
                <a:cs typeface="Canva Sans"/>
                <a:sym typeface="Canva Sans"/>
              </a:rPr>
              <a:t> is related to education </a:t>
            </a:r>
          </a:p>
          <a:p>
            <a:pPr algn="ctr">
              <a:lnSpc>
                <a:spcPts val="1554"/>
              </a:lnSpc>
              <a:spcBef>
                <a:spcPct val="0"/>
              </a:spcBef>
            </a:pPr>
            <a:r>
              <a:rPr lang="en-US" sz="1110">
                <a:solidFill>
                  <a:srgbClr val="000000"/>
                </a:solidFill>
                <a:latin typeface="Canva Sans"/>
                <a:ea typeface="Canva Sans"/>
                <a:cs typeface="Canva Sans"/>
                <a:sym typeface="Canva Sans"/>
              </a:rPr>
              <a:t>field. He quoted us 330$</a:t>
            </a:r>
          </a:p>
        </p:txBody>
      </p:sp>
      <p:sp>
        <p:nvSpPr>
          <p:cNvPr id="23" name="TextBox 23"/>
          <p:cNvSpPr txBox="1"/>
          <p:nvPr/>
        </p:nvSpPr>
        <p:spPr>
          <a:xfrm>
            <a:off x="10113237" y="2126224"/>
            <a:ext cx="1464899" cy="448328"/>
          </a:xfrm>
          <a:prstGeom prst="rect">
            <a:avLst/>
          </a:prstGeom>
        </p:spPr>
        <p:txBody>
          <a:bodyPr lIns="0" tIns="0" rIns="0" bIns="0" rtlCol="0" anchor="t">
            <a:spAutoFit/>
          </a:bodyPr>
          <a:lstStyle/>
          <a:p>
            <a:pPr algn="ctr">
              <a:lnSpc>
                <a:spcPts val="1836"/>
              </a:lnSpc>
            </a:pPr>
            <a:r>
              <a:rPr lang="en-US" sz="1311">
                <a:solidFill>
                  <a:srgbClr val="000000"/>
                </a:solidFill>
                <a:latin typeface="Canva Sans"/>
                <a:ea typeface="Canva Sans"/>
                <a:cs typeface="Canva Sans"/>
                <a:sym typeface="Canva Sans"/>
              </a:rPr>
              <a:t>ANAGHA TANWAR</a:t>
            </a:r>
          </a:p>
          <a:p>
            <a:pPr algn="ctr">
              <a:lnSpc>
                <a:spcPts val="1836"/>
              </a:lnSpc>
            </a:pPr>
            <a:r>
              <a:rPr lang="en-US" sz="1311">
                <a:solidFill>
                  <a:srgbClr val="000000"/>
                </a:solidFill>
                <a:latin typeface="Canva Sans"/>
                <a:ea typeface="Canva Sans"/>
                <a:cs typeface="Canva Sans"/>
                <a:sym typeface="Canva Sans"/>
              </a:rPr>
              <a:t> VERMA</a:t>
            </a:r>
          </a:p>
        </p:txBody>
      </p:sp>
      <p:sp>
        <p:nvSpPr>
          <p:cNvPr id="24" name="TextBox 24"/>
          <p:cNvSpPr txBox="1"/>
          <p:nvPr/>
        </p:nvSpPr>
        <p:spPr>
          <a:xfrm>
            <a:off x="10059284" y="3044673"/>
            <a:ext cx="1642617" cy="423834"/>
          </a:xfrm>
          <a:prstGeom prst="rect">
            <a:avLst/>
          </a:prstGeom>
        </p:spPr>
        <p:txBody>
          <a:bodyPr lIns="0" tIns="0" rIns="0" bIns="0" rtlCol="0" anchor="t">
            <a:spAutoFit/>
          </a:bodyPr>
          <a:lstStyle/>
          <a:p>
            <a:pPr algn="ctr">
              <a:lnSpc>
                <a:spcPts val="1749"/>
              </a:lnSpc>
            </a:pPr>
            <a:r>
              <a:rPr lang="en-US" sz="1249">
                <a:solidFill>
                  <a:srgbClr val="000000"/>
                </a:solidFill>
                <a:latin typeface="Canva Sans"/>
                <a:ea typeface="Canva Sans"/>
                <a:cs typeface="Canva Sans"/>
                <a:sym typeface="Canva Sans"/>
              </a:rPr>
              <a:t>Instagram username: </a:t>
            </a:r>
          </a:p>
          <a:p>
            <a:pPr algn="ctr">
              <a:lnSpc>
                <a:spcPts val="1749"/>
              </a:lnSpc>
            </a:pPr>
            <a:r>
              <a:rPr lang="en-US" sz="1249">
                <a:solidFill>
                  <a:srgbClr val="000000"/>
                </a:solidFill>
                <a:latin typeface="Canva Sans"/>
                <a:ea typeface="Canva Sans"/>
                <a:cs typeface="Canva Sans"/>
                <a:sym typeface="Canva Sans"/>
              </a:rPr>
              <a:t>anagha tanwar</a:t>
            </a:r>
          </a:p>
        </p:txBody>
      </p:sp>
      <p:sp>
        <p:nvSpPr>
          <p:cNvPr id="25" name="TextBox 25"/>
          <p:cNvSpPr txBox="1"/>
          <p:nvPr/>
        </p:nvSpPr>
        <p:spPr>
          <a:xfrm>
            <a:off x="9830259" y="4076183"/>
            <a:ext cx="1956240" cy="1601016"/>
          </a:xfrm>
          <a:prstGeom prst="rect">
            <a:avLst/>
          </a:prstGeom>
        </p:spPr>
        <p:txBody>
          <a:bodyPr lIns="0" tIns="0" rIns="0" bIns="0" rtlCol="0" anchor="t">
            <a:spAutoFit/>
          </a:bodyPr>
          <a:lstStyle/>
          <a:p>
            <a:pPr algn="ctr">
              <a:lnSpc>
                <a:spcPts val="1775"/>
              </a:lnSpc>
            </a:pPr>
            <a:r>
              <a:rPr lang="en-US" sz="1268">
                <a:solidFill>
                  <a:srgbClr val="000000"/>
                </a:solidFill>
                <a:latin typeface="Canva Sans"/>
                <a:ea typeface="Canva Sans"/>
                <a:cs typeface="Canva Sans"/>
                <a:sym typeface="Canva Sans"/>
              </a:rPr>
              <a:t>We approached </a:t>
            </a:r>
          </a:p>
          <a:p>
            <a:pPr algn="ctr">
              <a:lnSpc>
                <a:spcPts val="1775"/>
              </a:lnSpc>
            </a:pPr>
            <a:r>
              <a:rPr lang="en-US" sz="1268">
                <a:solidFill>
                  <a:srgbClr val="000000"/>
                </a:solidFill>
                <a:latin typeface="Canva Sans"/>
                <a:ea typeface="Canva Sans"/>
                <a:cs typeface="Canva Sans"/>
                <a:sym typeface="Canva Sans"/>
              </a:rPr>
              <a:t>Anagha  </a:t>
            </a:r>
          </a:p>
          <a:p>
            <a:pPr algn="ctr">
              <a:lnSpc>
                <a:spcPts val="1775"/>
              </a:lnSpc>
            </a:pPr>
            <a:r>
              <a:rPr lang="en-US" sz="1268">
                <a:solidFill>
                  <a:srgbClr val="000000"/>
                </a:solidFill>
                <a:latin typeface="Canva Sans"/>
                <a:ea typeface="Canva Sans"/>
                <a:cs typeface="Canva Sans"/>
                <a:sym typeface="Canva Sans"/>
              </a:rPr>
              <a:t>for influencer marketing. </a:t>
            </a:r>
          </a:p>
          <a:p>
            <a:pPr algn="ctr">
              <a:lnSpc>
                <a:spcPts val="1775"/>
              </a:lnSpc>
            </a:pPr>
            <a:r>
              <a:rPr lang="en-US" sz="1268">
                <a:solidFill>
                  <a:srgbClr val="000000"/>
                </a:solidFill>
                <a:latin typeface="Canva Sans"/>
                <a:ea typeface="Canva Sans"/>
                <a:cs typeface="Canva Sans"/>
                <a:sym typeface="Canva Sans"/>
              </a:rPr>
              <a:t>She had a very good </a:t>
            </a:r>
          </a:p>
          <a:p>
            <a:pPr algn="ctr">
              <a:lnSpc>
                <a:spcPts val="1775"/>
              </a:lnSpc>
            </a:pPr>
            <a:r>
              <a:rPr lang="en-US" sz="1268">
                <a:solidFill>
                  <a:srgbClr val="000000"/>
                </a:solidFill>
                <a:latin typeface="Canva Sans"/>
                <a:ea typeface="Canva Sans"/>
                <a:cs typeface="Canva Sans"/>
                <a:sym typeface="Canva Sans"/>
              </a:rPr>
              <a:t>fan following in</a:t>
            </a:r>
          </a:p>
          <a:p>
            <a:pPr algn="ctr">
              <a:lnSpc>
                <a:spcPts val="1775"/>
              </a:lnSpc>
            </a:pPr>
            <a:r>
              <a:rPr lang="en-US" sz="1268">
                <a:solidFill>
                  <a:srgbClr val="000000"/>
                </a:solidFill>
                <a:latin typeface="Canva Sans"/>
                <a:ea typeface="Canva Sans"/>
                <a:cs typeface="Canva Sans"/>
                <a:sym typeface="Canva Sans"/>
              </a:rPr>
              <a:t> Delhi region. </a:t>
            </a:r>
          </a:p>
          <a:p>
            <a:pPr algn="ctr">
              <a:lnSpc>
                <a:spcPts val="1775"/>
              </a:lnSpc>
            </a:pPr>
            <a:r>
              <a:rPr lang="en-US" sz="1268">
                <a:solidFill>
                  <a:srgbClr val="000000"/>
                </a:solidFill>
                <a:latin typeface="Canva Sans"/>
                <a:ea typeface="Canva Sans"/>
                <a:cs typeface="Canva Sans"/>
                <a:sym typeface="Canva Sans"/>
              </a:rPr>
              <a:t>She quoted us 250$.</a:t>
            </a:r>
          </a:p>
        </p:txBody>
      </p:sp>
      <p:sp>
        <p:nvSpPr>
          <p:cNvPr id="26" name="TextBox 26"/>
          <p:cNvSpPr txBox="1"/>
          <p:nvPr/>
        </p:nvSpPr>
        <p:spPr>
          <a:xfrm>
            <a:off x="4925965" y="2549544"/>
            <a:ext cx="1996511" cy="2384242"/>
          </a:xfrm>
          <a:prstGeom prst="rect">
            <a:avLst/>
          </a:prstGeom>
        </p:spPr>
        <p:txBody>
          <a:bodyPr lIns="0" tIns="0" rIns="0" bIns="0" rtlCol="0" anchor="t">
            <a:spAutoFit/>
          </a:bodyPr>
          <a:lstStyle/>
          <a:p>
            <a:pPr algn="ctr">
              <a:lnSpc>
                <a:spcPts val="1681"/>
              </a:lnSpc>
            </a:pPr>
            <a:r>
              <a:rPr lang="en-US" sz="1200" dirty="0">
                <a:solidFill>
                  <a:srgbClr val="000000"/>
                </a:solidFill>
                <a:latin typeface="Canva Sans"/>
                <a:ea typeface="Canva Sans"/>
                <a:cs typeface="Canva Sans"/>
                <a:sym typeface="Canva Sans"/>
              </a:rPr>
              <a:t>Initially we decided to</a:t>
            </a:r>
          </a:p>
          <a:p>
            <a:pPr algn="ctr">
              <a:lnSpc>
                <a:spcPts val="1681"/>
              </a:lnSpc>
            </a:pPr>
            <a:r>
              <a:rPr lang="en-US" sz="1200" dirty="0">
                <a:solidFill>
                  <a:srgbClr val="000000"/>
                </a:solidFill>
                <a:latin typeface="Canva Sans"/>
                <a:ea typeface="Canva Sans"/>
                <a:cs typeface="Canva Sans"/>
                <a:sym typeface="Canva Sans"/>
              </a:rPr>
              <a:t> keep 150$ </a:t>
            </a:r>
          </a:p>
          <a:p>
            <a:pPr algn="ctr">
              <a:lnSpc>
                <a:spcPts val="1681"/>
              </a:lnSpc>
            </a:pPr>
            <a:r>
              <a:rPr lang="en-US" sz="1200" dirty="0">
                <a:solidFill>
                  <a:srgbClr val="000000"/>
                </a:solidFill>
                <a:latin typeface="Canva Sans"/>
                <a:ea typeface="Canva Sans"/>
                <a:cs typeface="Canva Sans"/>
                <a:sym typeface="Canva Sans"/>
              </a:rPr>
              <a:t>budget for influencer </a:t>
            </a:r>
          </a:p>
          <a:p>
            <a:pPr algn="ctr">
              <a:lnSpc>
                <a:spcPts val="1681"/>
              </a:lnSpc>
            </a:pPr>
            <a:r>
              <a:rPr lang="en-US" sz="1200" dirty="0">
                <a:solidFill>
                  <a:srgbClr val="000000"/>
                </a:solidFill>
                <a:latin typeface="Canva Sans"/>
                <a:ea typeface="Canva Sans"/>
                <a:cs typeface="Canva Sans"/>
                <a:sym typeface="Canva Sans"/>
              </a:rPr>
              <a:t>marketing but </a:t>
            </a:r>
          </a:p>
          <a:p>
            <a:pPr algn="ctr">
              <a:lnSpc>
                <a:spcPts val="1681"/>
              </a:lnSpc>
            </a:pPr>
            <a:r>
              <a:rPr lang="en-US" sz="1200" dirty="0">
                <a:solidFill>
                  <a:srgbClr val="000000"/>
                </a:solidFill>
                <a:latin typeface="Canva Sans"/>
                <a:ea typeface="Canva Sans"/>
                <a:cs typeface="Canva Sans"/>
                <a:sym typeface="Canva Sans"/>
              </a:rPr>
              <a:t>as we continued </a:t>
            </a:r>
          </a:p>
          <a:p>
            <a:pPr algn="ctr">
              <a:lnSpc>
                <a:spcPts val="1681"/>
              </a:lnSpc>
            </a:pPr>
            <a:r>
              <a:rPr lang="en-US" sz="1200" dirty="0">
                <a:solidFill>
                  <a:srgbClr val="000000"/>
                </a:solidFill>
                <a:latin typeface="Canva Sans"/>
                <a:ea typeface="Canva Sans"/>
                <a:cs typeface="Canva Sans"/>
                <a:sym typeface="Canva Sans"/>
              </a:rPr>
              <a:t>through campaign,</a:t>
            </a:r>
          </a:p>
          <a:p>
            <a:pPr algn="ctr">
              <a:lnSpc>
                <a:spcPts val="1681"/>
              </a:lnSpc>
            </a:pPr>
            <a:r>
              <a:rPr lang="en-US" sz="1200" dirty="0">
                <a:solidFill>
                  <a:srgbClr val="000000"/>
                </a:solidFill>
                <a:latin typeface="Canva Sans"/>
                <a:ea typeface="Canva Sans"/>
                <a:cs typeface="Canva Sans"/>
                <a:sym typeface="Canva Sans"/>
              </a:rPr>
              <a:t> we had enough budget left</a:t>
            </a:r>
          </a:p>
          <a:p>
            <a:pPr algn="ctr">
              <a:lnSpc>
                <a:spcPts val="1681"/>
              </a:lnSpc>
            </a:pPr>
            <a:r>
              <a:rPr lang="en-US" sz="1200" dirty="0">
                <a:solidFill>
                  <a:srgbClr val="000000"/>
                </a:solidFill>
                <a:latin typeface="Canva Sans"/>
                <a:ea typeface="Canva Sans"/>
                <a:cs typeface="Canva Sans"/>
                <a:sym typeface="Canva Sans"/>
              </a:rPr>
              <a:t> so we </a:t>
            </a:r>
          </a:p>
          <a:p>
            <a:pPr algn="ctr">
              <a:lnSpc>
                <a:spcPts val="1681"/>
              </a:lnSpc>
            </a:pPr>
            <a:r>
              <a:rPr lang="en-US" sz="1200" dirty="0">
                <a:solidFill>
                  <a:srgbClr val="000000"/>
                </a:solidFill>
                <a:latin typeface="Canva Sans"/>
                <a:ea typeface="Canva Sans"/>
                <a:cs typeface="Canva Sans"/>
                <a:sym typeface="Canva Sans"/>
              </a:rPr>
              <a:t>decided to approach </a:t>
            </a:r>
          </a:p>
          <a:p>
            <a:pPr algn="ctr">
              <a:lnSpc>
                <a:spcPts val="1681"/>
              </a:lnSpc>
            </a:pPr>
            <a:r>
              <a:rPr lang="en-US" sz="1200" dirty="0">
                <a:solidFill>
                  <a:srgbClr val="000000"/>
                </a:solidFill>
                <a:latin typeface="Canva Sans"/>
                <a:ea typeface="Canva Sans"/>
                <a:cs typeface="Canva Sans"/>
                <a:sym typeface="Canva Sans"/>
              </a:rPr>
              <a:t>an influencer </a:t>
            </a:r>
          </a:p>
          <a:p>
            <a:pPr algn="ctr">
              <a:lnSpc>
                <a:spcPts val="1681"/>
              </a:lnSpc>
            </a:pPr>
            <a:r>
              <a:rPr lang="en-US" sz="1200" dirty="0">
                <a:solidFill>
                  <a:srgbClr val="000000"/>
                </a:solidFill>
                <a:latin typeface="Canva Sans"/>
                <a:ea typeface="Canva Sans"/>
                <a:cs typeface="Canva Sans"/>
                <a:sym typeface="Canva Sans"/>
              </a:rPr>
              <a:t>with more followers.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4" name="Rectangle 4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B0F028A-0C8F-F970-C604-4A31B469436C}"/>
              </a:ext>
            </a:extLst>
          </p:cNvPr>
          <p:cNvSpPr txBox="1"/>
          <p:nvPr/>
        </p:nvSpPr>
        <p:spPr>
          <a:xfrm>
            <a:off x="466722" y="586855"/>
            <a:ext cx="3201366" cy="338749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kern="1200" dirty="0">
                <a:solidFill>
                  <a:srgbClr val="FFFFFF"/>
                </a:solidFill>
                <a:latin typeface="+mj-lt"/>
                <a:ea typeface="+mj-ea"/>
                <a:cs typeface="+mj-cs"/>
              </a:rPr>
              <a:t>Justify The Investment</a:t>
            </a:r>
          </a:p>
        </p:txBody>
      </p:sp>
      <p:sp>
        <p:nvSpPr>
          <p:cNvPr id="4" name="TextBox 3">
            <a:extLst>
              <a:ext uri="{FF2B5EF4-FFF2-40B4-BE49-F238E27FC236}">
                <a16:creationId xmlns:a16="http://schemas.microsoft.com/office/drawing/2014/main" id="{4591B9A2-5FC6-5EBD-1EC4-8F8A55ABCD86}"/>
              </a:ext>
            </a:extLst>
          </p:cNvPr>
          <p:cNvSpPr txBox="1"/>
          <p:nvPr/>
        </p:nvSpPr>
        <p:spPr>
          <a:xfrm>
            <a:off x="4810259" y="649480"/>
            <a:ext cx="6555347" cy="5546047"/>
          </a:xfrm>
          <a:prstGeom prst="rect">
            <a:avLst/>
          </a:prstGeom>
        </p:spPr>
        <p:txBody>
          <a:bodyPr vert="horz" lIns="91440" tIns="45720" rIns="91440" bIns="45720" rtlCol="0" anchor="ctr">
            <a:noAutofit/>
          </a:bodyPr>
          <a:lstStyle/>
          <a:p>
            <a:pPr marR="0">
              <a:lnSpc>
                <a:spcPct val="90000"/>
              </a:lnSpc>
            </a:pPr>
            <a:r>
              <a:rPr lang="en-US" sz="1400" dirty="0">
                <a:effectLst/>
                <a:latin typeface="Baloo Bhaina 2" panose="03080502040302020200" pitchFamily="66" charset="77"/>
                <a:cs typeface="Baloo Bhaina 2" panose="03080502040302020200" pitchFamily="66" charset="77"/>
              </a:rPr>
              <a:t>Campaign Reach and Engagement: Google AdWords campaigns   (Search, Display, and Video) delivered substantial results: </a:t>
            </a:r>
          </a:p>
          <a:p>
            <a:pPr marL="342900" marR="0" lvl="0" indent="-228600">
              <a:lnSpc>
                <a:spcPct val="90000"/>
              </a:lnSpc>
              <a:spcAft>
                <a:spcPts val="800"/>
              </a:spcAft>
              <a:buFont typeface="Arial" panose="020B0604020202020204" pitchFamily="34" charset="0"/>
              <a:buChar char="•"/>
            </a:pPr>
            <a:r>
              <a:rPr lang="en-US" sz="1400" dirty="0">
                <a:effectLst/>
                <a:latin typeface="Baloo Bhaina 2" panose="03080502040302020200" pitchFamily="66" charset="77"/>
                <a:cs typeface="Baloo Bhaina 2" panose="03080502040302020200" pitchFamily="66" charset="77"/>
              </a:rPr>
              <a:t>Search Campaign: 25k impressions, 2.99k clicks, 11.8% CTR, and 172 conversions. </a:t>
            </a:r>
          </a:p>
          <a:p>
            <a:pPr marL="342900" marR="0" lvl="0" indent="-228600">
              <a:lnSpc>
                <a:spcPct val="90000"/>
              </a:lnSpc>
              <a:spcAft>
                <a:spcPts val="800"/>
              </a:spcAft>
              <a:buFont typeface="Arial" panose="020B0604020202020204" pitchFamily="34" charset="0"/>
              <a:buChar char="•"/>
            </a:pPr>
            <a:r>
              <a:rPr lang="en-US" sz="1400" dirty="0">
                <a:effectLst/>
                <a:latin typeface="Baloo Bhaina 2" panose="03080502040302020200" pitchFamily="66" charset="77"/>
                <a:cs typeface="Baloo Bhaina 2" panose="03080502040302020200" pitchFamily="66" charset="77"/>
              </a:rPr>
              <a:t>Display Campaign: 69.1k impressions, 5.75k clicks, 8.33% CTR, and 292 conversions. </a:t>
            </a:r>
          </a:p>
          <a:p>
            <a:pPr marL="342900" marR="0" lvl="0" indent="-228600">
              <a:lnSpc>
                <a:spcPct val="90000"/>
              </a:lnSpc>
              <a:spcAft>
                <a:spcPts val="800"/>
              </a:spcAft>
              <a:buFont typeface="Arial" panose="020B0604020202020204" pitchFamily="34" charset="0"/>
              <a:buChar char="•"/>
            </a:pPr>
            <a:r>
              <a:rPr lang="en-US" sz="1400" dirty="0">
                <a:effectLst/>
                <a:latin typeface="Baloo Bhaina 2" panose="03080502040302020200" pitchFamily="66" charset="77"/>
                <a:cs typeface="Baloo Bhaina 2" panose="03080502040302020200" pitchFamily="66" charset="77"/>
              </a:rPr>
              <a:t>Video Campaign: 9.8k impressions, 969 views, and 42 conversions.</a:t>
            </a:r>
          </a:p>
          <a:p>
            <a:pPr marR="0">
              <a:lnSpc>
                <a:spcPct val="90000"/>
              </a:lnSpc>
            </a:pPr>
            <a:r>
              <a:rPr lang="en-US" sz="1400" dirty="0">
                <a:effectLst/>
                <a:latin typeface="Baloo Bhaina 2" panose="03080502040302020200" pitchFamily="66" charset="77"/>
                <a:cs typeface="Baloo Bhaina 2" panose="03080502040302020200" pitchFamily="66" charset="77"/>
              </a:rPr>
              <a:t>Social media posts and videos on Facebook and Instagram effectively captured attention, generating significant impressions and engagements.</a:t>
            </a:r>
            <a:br>
              <a:rPr lang="en-US" sz="1400" dirty="0">
                <a:effectLst/>
                <a:latin typeface="Baloo Bhaina 2" panose="03080502040302020200" pitchFamily="66" charset="77"/>
                <a:cs typeface="Baloo Bhaina 2" panose="03080502040302020200" pitchFamily="66" charset="77"/>
              </a:rPr>
            </a:br>
            <a:r>
              <a:rPr lang="en-US" sz="1400" dirty="0">
                <a:effectLst/>
                <a:latin typeface="Baloo Bhaina 2" panose="03080502040302020200" pitchFamily="66" charset="77"/>
                <a:cs typeface="Baloo Bhaina 2" panose="03080502040302020200" pitchFamily="66" charset="77"/>
              </a:rPr>
              <a:t> </a:t>
            </a:r>
          </a:p>
          <a:p>
            <a:pPr marR="0">
              <a:lnSpc>
                <a:spcPct val="90000"/>
              </a:lnSpc>
            </a:pPr>
            <a:r>
              <a:rPr lang="en-US" sz="1400" b="1" dirty="0">
                <a:effectLst/>
                <a:latin typeface="Baloo Bhaina 2" panose="03080502040302020200" pitchFamily="66" charset="77"/>
                <a:cs typeface="Baloo Bhaina 2" panose="03080502040302020200" pitchFamily="66" charset="77"/>
              </a:rPr>
              <a:t>Cost Efficiency:</a:t>
            </a:r>
            <a:r>
              <a:rPr lang="en-US" sz="1400" dirty="0">
                <a:effectLst/>
                <a:latin typeface="Baloo Bhaina 2" panose="03080502040302020200" pitchFamily="66" charset="77"/>
                <a:cs typeface="Baloo Bhaina 2" panose="03080502040302020200" pitchFamily="66" charset="77"/>
              </a:rPr>
              <a:t> The campaign achieved a competitive average CPC (e.g., $0.05 for Display Ads) and strong conversion rates across platforms. High cost-efficiency is evident, especially in the Display Campaign’s cost/conversion rates ($0.93–$0.87). </a:t>
            </a:r>
            <a:br>
              <a:rPr lang="en-US" sz="1400" dirty="0">
                <a:effectLst/>
                <a:latin typeface="Baloo Bhaina 2" panose="03080502040302020200" pitchFamily="66" charset="77"/>
                <a:cs typeface="Baloo Bhaina 2" panose="03080502040302020200" pitchFamily="66" charset="77"/>
              </a:rPr>
            </a:br>
            <a:endParaRPr lang="en-US" sz="1400" dirty="0">
              <a:effectLst/>
              <a:latin typeface="Baloo Bhaina 2" panose="03080502040302020200" pitchFamily="66" charset="77"/>
              <a:cs typeface="Baloo Bhaina 2" panose="03080502040302020200" pitchFamily="66" charset="77"/>
            </a:endParaRPr>
          </a:p>
          <a:p>
            <a:pPr marR="0">
              <a:lnSpc>
                <a:spcPct val="90000"/>
              </a:lnSpc>
            </a:pPr>
            <a:r>
              <a:rPr lang="en-US" sz="1400" b="1" dirty="0">
                <a:effectLst/>
                <a:latin typeface="Baloo Bhaina 2" panose="03080502040302020200" pitchFamily="66" charset="77"/>
                <a:cs typeface="Baloo Bhaina 2" panose="03080502040302020200" pitchFamily="66" charset="77"/>
              </a:rPr>
              <a:t>Targeted Audience Impact:</a:t>
            </a:r>
            <a:r>
              <a:rPr lang="en-US" sz="1400" dirty="0">
                <a:effectLst/>
                <a:latin typeface="Baloo Bhaina 2" panose="03080502040302020200" pitchFamily="66" charset="77"/>
                <a:cs typeface="Baloo Bhaina 2" panose="03080502040302020200" pitchFamily="66" charset="77"/>
              </a:rPr>
              <a:t> Ads successfully engaged the primary target demographic (ages 18–34) in the Delhi region.</a:t>
            </a:r>
          </a:p>
          <a:p>
            <a:pPr marR="0">
              <a:lnSpc>
                <a:spcPct val="90000"/>
              </a:lnSpc>
            </a:pPr>
            <a:br>
              <a:rPr lang="en-US" sz="1400" b="1" dirty="0">
                <a:effectLst/>
                <a:latin typeface="Baloo Bhaina 2" panose="03080502040302020200" pitchFamily="66" charset="77"/>
                <a:cs typeface="Baloo Bhaina 2" panose="03080502040302020200" pitchFamily="66" charset="77"/>
              </a:rPr>
            </a:br>
            <a:r>
              <a:rPr lang="en-US" sz="1400" b="1" dirty="0">
                <a:effectLst/>
                <a:latin typeface="Baloo Bhaina 2" panose="03080502040302020200" pitchFamily="66" charset="77"/>
                <a:cs typeface="Baloo Bhaina 2" panose="03080502040302020200" pitchFamily="66" charset="77"/>
              </a:rPr>
              <a:t>Alignment with Objectives:</a:t>
            </a:r>
            <a:r>
              <a:rPr lang="en-US" sz="1400" dirty="0">
                <a:effectLst/>
                <a:latin typeface="Baloo Bhaina 2" panose="03080502040302020200" pitchFamily="66" charset="77"/>
                <a:cs typeface="Baloo Bhaina 2" panose="03080502040302020200" pitchFamily="66" charset="77"/>
              </a:rPr>
              <a:t> The campaign fulfilled its main goal of increasing awareness about the MSMAI program, as evidenced by high click-through and conversion rates. Strong storytelling through video content demonstrated the program's value and captured the audience’s interest. </a:t>
            </a:r>
          </a:p>
          <a:p>
            <a:pPr marR="0">
              <a:lnSpc>
                <a:spcPct val="90000"/>
              </a:lnSpc>
            </a:pPr>
            <a:br>
              <a:rPr lang="en-US" sz="1400" dirty="0">
                <a:effectLst/>
                <a:latin typeface="Baloo Bhaina 2" panose="03080502040302020200" pitchFamily="66" charset="77"/>
                <a:cs typeface="Baloo Bhaina 2" panose="03080502040302020200" pitchFamily="66" charset="77"/>
              </a:rPr>
            </a:br>
            <a:r>
              <a:rPr lang="en-US" sz="1400" b="1" dirty="0">
                <a:effectLst/>
                <a:latin typeface="Baloo Bhaina 2" panose="03080502040302020200" pitchFamily="66" charset="77"/>
                <a:cs typeface="Baloo Bhaina 2" panose="03080502040302020200" pitchFamily="66" charset="77"/>
              </a:rPr>
              <a:t>Scalability and Learning: </a:t>
            </a:r>
            <a:r>
              <a:rPr lang="en-US" sz="1400" dirty="0">
                <a:effectLst/>
                <a:latin typeface="Baloo Bhaina 2" panose="03080502040302020200" pitchFamily="66" charset="77"/>
                <a:cs typeface="Baloo Bhaina 2" panose="03080502040302020200" pitchFamily="66" charset="77"/>
              </a:rPr>
              <a:t>The campaign allowed for testing different ad formats and adjusting strategies in real-time, providing insights for future campaigns. </a:t>
            </a:r>
          </a:p>
          <a:p>
            <a:pPr marR="0">
              <a:lnSpc>
                <a:spcPct val="90000"/>
              </a:lnSpc>
            </a:pPr>
            <a:br>
              <a:rPr lang="en-US" sz="1400" dirty="0">
                <a:effectLst/>
                <a:latin typeface="Baloo Bhaina 2" panose="03080502040302020200" pitchFamily="66" charset="77"/>
                <a:cs typeface="Baloo Bhaina 2" panose="03080502040302020200" pitchFamily="66" charset="77"/>
              </a:rPr>
            </a:br>
            <a:r>
              <a:rPr lang="en-US" sz="1400" dirty="0">
                <a:effectLst/>
                <a:latin typeface="Baloo Bhaina 2" panose="03080502040302020200" pitchFamily="66" charset="77"/>
                <a:cs typeface="Baloo Bhaina 2" panose="03080502040302020200" pitchFamily="66" charset="77"/>
              </a:rPr>
              <a:t>Overall, the $921 investment produced strong impressions, high engagement, and measurable conversions, supporting the program’s visibility in a key international market.</a:t>
            </a:r>
          </a:p>
          <a:p>
            <a:pPr marR="0">
              <a:lnSpc>
                <a:spcPct val="90000"/>
              </a:lnSpc>
            </a:pPr>
            <a:endParaRPr lang="en-US" sz="1400" dirty="0">
              <a:effectLst/>
              <a:latin typeface="Baloo Bhaina 2" panose="03080502040302020200" pitchFamily="66" charset="77"/>
              <a:cs typeface="Baloo Bhaina 2" panose="03080502040302020200" pitchFamily="66" charset="77"/>
            </a:endParaRPr>
          </a:p>
        </p:txBody>
      </p:sp>
      <p:sp>
        <p:nvSpPr>
          <p:cNvPr id="3" name="TextBox 2">
            <a:extLst>
              <a:ext uri="{FF2B5EF4-FFF2-40B4-BE49-F238E27FC236}">
                <a16:creationId xmlns:a16="http://schemas.microsoft.com/office/drawing/2014/main" id="{FE890504-567D-FE54-1ADB-30E5B460BE35}"/>
              </a:ext>
            </a:extLst>
          </p:cNvPr>
          <p:cNvSpPr txBox="1"/>
          <p:nvPr/>
        </p:nvSpPr>
        <p:spPr>
          <a:xfrm>
            <a:off x="4027470" y="2619910"/>
            <a:ext cx="184731"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39699047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944FEE6-D2EF-6E83-3E55-C0A02B2075CC}"/>
              </a:ext>
            </a:extLst>
          </p:cNvPr>
          <p:cNvSpPr txBox="1"/>
          <p:nvPr/>
        </p:nvSpPr>
        <p:spPr>
          <a:xfrm>
            <a:off x="4173144" y="182614"/>
            <a:ext cx="7880482" cy="6475039"/>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Autofit/>
          </a:bodyPr>
          <a:lstStyle/>
          <a:p>
            <a:pPr marR="0">
              <a:lnSpc>
                <a:spcPct val="90000"/>
              </a:lnSpc>
              <a:spcAft>
                <a:spcPts val="600"/>
              </a:spcAft>
            </a:pPr>
            <a:r>
              <a:rPr lang="en-US" sz="1100" b="1" dirty="0">
                <a:solidFill>
                  <a:schemeClr val="tx1"/>
                </a:solidFill>
                <a:effectLst/>
                <a:ea typeface="Annai MN" pitchFamily="2" charset="77"/>
                <a:cs typeface="Annai MN" pitchFamily="2" charset="77"/>
              </a:rPr>
              <a:t>1. Strategic Budget Allocation:</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Effective budget management is key. The dynamic reallocation (e.g., adjusting budgets for Google Search and Display campaigns based on performance) highlights the importance of flexibility and real-time optimization.</a:t>
            </a:r>
          </a:p>
          <a:p>
            <a:pPr marR="0">
              <a:lnSpc>
                <a:spcPct val="90000"/>
              </a:lnSpc>
              <a:spcAft>
                <a:spcPts val="600"/>
              </a:spcAft>
            </a:pPr>
            <a:r>
              <a:rPr lang="en-US" sz="1100" b="1" dirty="0">
                <a:solidFill>
                  <a:schemeClr val="tx1"/>
                </a:solidFill>
                <a:effectLst/>
                <a:ea typeface="Annai MN" pitchFamily="2" charset="77"/>
                <a:cs typeface="Annai MN" pitchFamily="2" charset="77"/>
              </a:rPr>
              <a:t>2. Performance Metrics and Analysis:</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Understanding metrics such as impressions, clicks, CTR, CPC, and conversion rates is crucial for evaluating campaign success. For instance:</a:t>
            </a:r>
          </a:p>
          <a:p>
            <a:pPr marL="742950" marR="0" lvl="1" indent="-228600">
              <a:lnSpc>
                <a:spcPct val="90000"/>
              </a:lnSpc>
              <a:spcAft>
                <a:spcPts val="600"/>
              </a:spcAft>
              <a:buSzPts val="1000"/>
              <a:buFont typeface="Arial" panose="020B0604020202020204" pitchFamily="34" charset="0"/>
              <a:buChar char="•"/>
              <a:tabLst>
                <a:tab pos="914400" algn="l"/>
              </a:tabLst>
            </a:pPr>
            <a:r>
              <a:rPr lang="en-US" sz="1100" dirty="0">
                <a:solidFill>
                  <a:schemeClr val="tx1"/>
                </a:solidFill>
                <a:effectLst/>
                <a:ea typeface="Annai MN" pitchFamily="2" charset="77"/>
                <a:cs typeface="Annai MN" pitchFamily="2" charset="77"/>
              </a:rPr>
              <a:t>High CTR (11.8%) and strong conversions in the Search Campaign.</a:t>
            </a:r>
          </a:p>
          <a:p>
            <a:pPr marL="742950" marR="0" lvl="1" indent="-228600">
              <a:lnSpc>
                <a:spcPct val="90000"/>
              </a:lnSpc>
              <a:spcAft>
                <a:spcPts val="600"/>
              </a:spcAft>
              <a:buSzPts val="1000"/>
              <a:buFont typeface="Arial" panose="020B0604020202020204" pitchFamily="34" charset="0"/>
              <a:buChar char="•"/>
              <a:tabLst>
                <a:tab pos="914400" algn="l"/>
              </a:tabLst>
            </a:pPr>
            <a:r>
              <a:rPr lang="en-US" sz="1100" dirty="0">
                <a:solidFill>
                  <a:schemeClr val="tx1"/>
                </a:solidFill>
                <a:effectLst/>
                <a:ea typeface="Annai MN" pitchFamily="2" charset="77"/>
                <a:cs typeface="Annai MN" pitchFamily="2" charset="77"/>
              </a:rPr>
              <a:t>Cost-effectiveness in the Display Campaign with low CPC ($0.05).</a:t>
            </a: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Analyzing these metrics helps refine strategies and justify ROI.</a:t>
            </a:r>
          </a:p>
          <a:p>
            <a:pPr marR="0">
              <a:lnSpc>
                <a:spcPct val="90000"/>
              </a:lnSpc>
              <a:spcAft>
                <a:spcPts val="600"/>
              </a:spcAft>
            </a:pPr>
            <a:r>
              <a:rPr lang="en-US" sz="1100" b="1" dirty="0">
                <a:solidFill>
                  <a:schemeClr val="tx1"/>
                </a:solidFill>
                <a:effectLst/>
                <a:ea typeface="Annai MN" pitchFamily="2" charset="77"/>
                <a:cs typeface="Annai MN" pitchFamily="2" charset="77"/>
              </a:rPr>
              <a:t>3. Audience Targeting and Segmentation:</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The importance of precise targeting is evident. As per this campaign we learned demographics with age group 18–34, were the most engaged. Keywords like “STEM”, "scholarships" and "online courses" are relevant.</a:t>
            </a:r>
          </a:p>
          <a:p>
            <a:pPr marR="0">
              <a:lnSpc>
                <a:spcPct val="90000"/>
              </a:lnSpc>
              <a:spcAft>
                <a:spcPts val="600"/>
              </a:spcAft>
            </a:pPr>
            <a:r>
              <a:rPr lang="en-US" sz="1100" b="1" dirty="0">
                <a:solidFill>
                  <a:schemeClr val="tx1"/>
                </a:solidFill>
                <a:effectLst/>
                <a:ea typeface="Annai MN" pitchFamily="2" charset="77"/>
                <a:cs typeface="Annai MN" pitchFamily="2" charset="77"/>
              </a:rPr>
              <a:t>4. Content Strategy:</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Storytelling is powerful in digital marketing. Videos showcasing program benefits and student achievements drove higher engagement. A mix of content types (posts, videos, reels) provided varied touchpoints for the audience.</a:t>
            </a:r>
          </a:p>
          <a:p>
            <a:pPr marR="0" lvl="0">
              <a:lnSpc>
                <a:spcPct val="90000"/>
              </a:lnSpc>
              <a:spcAft>
                <a:spcPts val="600"/>
              </a:spcAft>
              <a:buSzPts val="1000"/>
              <a:tabLst>
                <a:tab pos="457200" algn="l"/>
              </a:tabLst>
            </a:pPr>
            <a:r>
              <a:rPr lang="en-US" sz="1100" b="1" dirty="0">
                <a:solidFill>
                  <a:schemeClr val="tx1"/>
                </a:solidFill>
                <a:effectLst/>
                <a:ea typeface="Annai MN" pitchFamily="2" charset="77"/>
                <a:cs typeface="Annai MN" pitchFamily="2" charset="77"/>
              </a:rPr>
              <a:t>5. Multi-Platform Approach:</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Using diverse channels (Google Ads, Facebook, Instagram) demonstrates the need to meet audiences where they are. Leveraging platform strengths, like influencer marketing on Instagram, can boost credibility and reach.</a:t>
            </a:r>
          </a:p>
          <a:p>
            <a:pPr marR="0">
              <a:lnSpc>
                <a:spcPct val="90000"/>
              </a:lnSpc>
              <a:spcAft>
                <a:spcPts val="600"/>
              </a:spcAft>
            </a:pPr>
            <a:r>
              <a:rPr lang="en-US" sz="1100" b="1" dirty="0">
                <a:solidFill>
                  <a:schemeClr val="tx1"/>
                </a:solidFill>
                <a:effectLst/>
                <a:ea typeface="Annai MN" pitchFamily="2" charset="77"/>
                <a:cs typeface="Annai MN" pitchFamily="2" charset="77"/>
              </a:rPr>
              <a:t>6. Experimentation and Adaptation:</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A/B testing and iterative improvements (e.g., changing ad copies, optimizing keywords) are essential. Adjusting based on mid-campaign performance issues, like video engagement or keyword failures, shows the need for adaptability.</a:t>
            </a:r>
          </a:p>
          <a:p>
            <a:pPr marR="0">
              <a:lnSpc>
                <a:spcPct val="90000"/>
              </a:lnSpc>
              <a:spcAft>
                <a:spcPts val="600"/>
              </a:spcAft>
            </a:pPr>
            <a:r>
              <a:rPr lang="en-US" sz="1100" b="1" dirty="0">
                <a:solidFill>
                  <a:schemeClr val="tx1"/>
                </a:solidFill>
                <a:ea typeface="Annai MN" pitchFamily="2" charset="77"/>
                <a:cs typeface="Annai MN" pitchFamily="2" charset="77"/>
              </a:rPr>
              <a:t>7</a:t>
            </a:r>
            <a:r>
              <a:rPr lang="en-US" sz="1100" b="1" dirty="0">
                <a:solidFill>
                  <a:schemeClr val="tx1"/>
                </a:solidFill>
                <a:effectLst/>
                <a:ea typeface="Annai MN" pitchFamily="2" charset="77"/>
                <a:cs typeface="Annai MN" pitchFamily="2" charset="77"/>
              </a:rPr>
              <a:t>. Device Preference Insights:</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The majority of clicks and impressions came from mobile devices. This underlines the need for mobile-first strategies in digital marketing.</a:t>
            </a:r>
          </a:p>
          <a:p>
            <a:pPr marR="0">
              <a:lnSpc>
                <a:spcPct val="90000"/>
              </a:lnSpc>
              <a:spcAft>
                <a:spcPts val="600"/>
              </a:spcAft>
            </a:pPr>
            <a:r>
              <a:rPr lang="en-US" sz="1100" b="1" dirty="0">
                <a:solidFill>
                  <a:schemeClr val="tx1"/>
                </a:solidFill>
                <a:ea typeface="Annai MN" pitchFamily="2" charset="77"/>
                <a:cs typeface="Annai MN" pitchFamily="2" charset="77"/>
              </a:rPr>
              <a:t>8</a:t>
            </a:r>
            <a:r>
              <a:rPr lang="en-US" sz="1100" b="1" dirty="0">
                <a:solidFill>
                  <a:schemeClr val="tx1"/>
                </a:solidFill>
                <a:effectLst/>
                <a:ea typeface="Annai MN" pitchFamily="2" charset="77"/>
                <a:cs typeface="Annai MN" pitchFamily="2" charset="77"/>
              </a:rPr>
              <a:t>. Campaign Lifecycles and Optimization:</a:t>
            </a:r>
            <a:endParaRPr lang="en-US" sz="1100" dirty="0">
              <a:solidFill>
                <a:schemeClr val="tx1"/>
              </a:solidFill>
              <a:effectLst/>
              <a:ea typeface="Annai MN" pitchFamily="2" charset="77"/>
              <a:cs typeface="Annai MN" pitchFamily="2" charset="77"/>
            </a:endParaRPr>
          </a:p>
          <a:p>
            <a:pPr marL="342900" marR="0" lvl="0" indent="-22860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Campaigns evolve over time. Monitoring weekly trends and focusing on peak weeks (like Week 6 in Search Campaign) ensures resources are allocated effectively during high-impact periods.</a:t>
            </a:r>
          </a:p>
          <a:p>
            <a:pPr marR="0">
              <a:lnSpc>
                <a:spcPct val="90000"/>
              </a:lnSpc>
              <a:spcAft>
                <a:spcPts val="600"/>
              </a:spcAft>
            </a:pPr>
            <a:r>
              <a:rPr lang="en-US" sz="1100" b="1" dirty="0">
                <a:solidFill>
                  <a:schemeClr val="tx1"/>
                </a:solidFill>
                <a:ea typeface="Annai MN" pitchFamily="2" charset="77"/>
                <a:cs typeface="Annai MN" pitchFamily="2" charset="77"/>
              </a:rPr>
              <a:t>9</a:t>
            </a:r>
            <a:r>
              <a:rPr lang="en-US" sz="1100" b="1" dirty="0">
                <a:solidFill>
                  <a:schemeClr val="tx1"/>
                </a:solidFill>
                <a:effectLst/>
                <a:ea typeface="Annai MN" pitchFamily="2" charset="77"/>
                <a:cs typeface="Annai MN" pitchFamily="2" charset="77"/>
              </a:rPr>
              <a:t>. Importance of Storytelling and Visuals:</a:t>
            </a:r>
            <a:endParaRPr lang="en-US" sz="1100" dirty="0">
              <a:solidFill>
                <a:schemeClr val="tx1"/>
              </a:solidFill>
              <a:effectLst/>
              <a:ea typeface="Annai MN" pitchFamily="2" charset="77"/>
              <a:cs typeface="Annai MN" pitchFamily="2" charset="77"/>
            </a:endParaRPr>
          </a:p>
          <a:p>
            <a:pPr marL="285750" marR="0" lvl="0" indent="-17145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Video campaigns yielded strong engagement by emotionally connecting with viewers and visually presenting program benefits.</a:t>
            </a:r>
          </a:p>
          <a:p>
            <a:pPr marL="285750" marR="0" lvl="0" indent="-171450">
              <a:lnSpc>
                <a:spcPct val="90000"/>
              </a:lnSpc>
              <a:spcAft>
                <a:spcPts val="600"/>
              </a:spcAft>
              <a:buSzPts val="1000"/>
              <a:buFont typeface="Arial" panose="020B0604020202020204" pitchFamily="34" charset="0"/>
              <a:buChar char="•"/>
              <a:tabLst>
                <a:tab pos="457200" algn="l"/>
              </a:tabLst>
            </a:pPr>
            <a:r>
              <a:rPr lang="en-US" sz="1100" dirty="0">
                <a:solidFill>
                  <a:schemeClr val="tx1"/>
                </a:solidFill>
                <a:effectLst/>
                <a:ea typeface="Annai MN" pitchFamily="2" charset="77"/>
                <a:cs typeface="Annai MN" pitchFamily="2" charset="77"/>
              </a:rPr>
              <a:t>These learnings underscore how data-driven decision-making, adaptability, and a customer-centric approach are integral to successful digital marketing. </a:t>
            </a:r>
          </a:p>
        </p:txBody>
      </p:sp>
      <p:sp>
        <p:nvSpPr>
          <p:cNvPr id="6" name="Rectangle 5">
            <a:extLst>
              <a:ext uri="{FF2B5EF4-FFF2-40B4-BE49-F238E27FC236}">
                <a16:creationId xmlns:a16="http://schemas.microsoft.com/office/drawing/2014/main" id="{8F97730D-A67C-AD4E-1141-3A1FC0994FC8}"/>
              </a:ext>
            </a:extLst>
          </p:cNvPr>
          <p:cNvSpPr/>
          <p:nvPr/>
        </p:nvSpPr>
        <p:spPr>
          <a:xfrm>
            <a:off x="136846" y="1624821"/>
            <a:ext cx="3685142" cy="3416320"/>
          </a:xfrm>
          <a:prstGeom prst="rect">
            <a:avLst/>
          </a:prstGeom>
          <a:noFill/>
        </p:spPr>
        <p:txBody>
          <a:bodyPr wrap="square" lIns="91440" tIns="45720" rIns="91440" bIns="45720">
            <a:spAutoFit/>
          </a:bodyPr>
          <a:lstStyle/>
          <a:p>
            <a:pPr>
              <a:spcAft>
                <a:spcPts val="600"/>
              </a:spcAft>
            </a:pPr>
            <a:r>
              <a:rPr lang="en-US" sz="5400" b="1" spc="50" dirty="0">
                <a:ln w="9525" cmpd="sng">
                  <a:solidFill>
                    <a:schemeClr val="accent1"/>
                  </a:solidFill>
                  <a:prstDash val="solid"/>
                </a:ln>
                <a:solidFill>
                  <a:srgbClr val="70AD47">
                    <a:tint val="1000"/>
                  </a:srgbClr>
                </a:solidFill>
                <a:effectLst>
                  <a:glow rad="38100">
                    <a:schemeClr val="accent1">
                      <a:alpha val="40000"/>
                    </a:schemeClr>
                  </a:glow>
                </a:effectLst>
              </a:rPr>
              <a:t>What Did Your Group Learn?</a:t>
            </a:r>
          </a:p>
        </p:txBody>
      </p:sp>
    </p:spTree>
    <p:extLst>
      <p:ext uri="{BB962C8B-B14F-4D97-AF65-F5344CB8AC3E}">
        <p14:creationId xmlns:p14="http://schemas.microsoft.com/office/powerpoint/2010/main" val="4075841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blurry image of a blue and green light&#10;&#10;Description automatically generated">
            <a:extLst>
              <a:ext uri="{FF2B5EF4-FFF2-40B4-BE49-F238E27FC236}">
                <a16:creationId xmlns:a16="http://schemas.microsoft.com/office/drawing/2014/main" id="{73784EEC-1E81-2927-AC26-A0B579959066}"/>
              </a:ext>
            </a:extLst>
          </p:cNvPr>
          <p:cNvPicPr>
            <a:picLocks noChangeAspect="1"/>
          </p:cNvPicPr>
          <p:nvPr/>
        </p:nvPicPr>
        <p:blipFill>
          <a:blip r:embed="rId2">
            <a:duotone>
              <a:schemeClr val="bg2">
                <a:shade val="45000"/>
                <a:satMod val="135000"/>
              </a:schemeClr>
              <a:prstClr val="white"/>
            </a:duotone>
          </a:blip>
          <a:srcRect t="23103" r="9091"/>
          <a:stretch/>
        </p:blipFill>
        <p:spPr>
          <a:xfrm>
            <a:off x="20" y="10"/>
            <a:ext cx="12191980" cy="6857990"/>
          </a:xfrm>
          <a:prstGeom prst="rect">
            <a:avLst/>
          </a:prstGeom>
        </p:spPr>
      </p:pic>
      <p:sp>
        <p:nvSpPr>
          <p:cNvPr id="21" name="Rectangle 2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91464AD-84E7-AE33-3B28-155B68D183A0}"/>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dirty="0">
                <a:latin typeface="+mj-lt"/>
                <a:ea typeface="+mj-ea"/>
                <a:cs typeface="+mj-cs"/>
              </a:rPr>
              <a:t>Going Forward</a:t>
            </a:r>
          </a:p>
        </p:txBody>
      </p:sp>
      <p:graphicFrame>
        <p:nvGraphicFramePr>
          <p:cNvPr id="6" name="TextBox 3">
            <a:extLst>
              <a:ext uri="{FF2B5EF4-FFF2-40B4-BE49-F238E27FC236}">
                <a16:creationId xmlns:a16="http://schemas.microsoft.com/office/drawing/2014/main" id="{E66352C5-9974-076E-1869-86F3BA5DF37A}"/>
              </a:ext>
            </a:extLst>
          </p:cNvPr>
          <p:cNvGraphicFramePr/>
          <p:nvPr>
            <p:extLst>
              <p:ext uri="{D42A27DB-BD31-4B8C-83A1-F6EECF244321}">
                <p14:modId xmlns:p14="http://schemas.microsoft.com/office/powerpoint/2010/main" val="27837626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6547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D9FC6AC-4A12-4825-8ABE-0732B8EF4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06523823-6F15-1D62-6F59-03B29BA433CF}"/>
              </a:ext>
            </a:extLst>
          </p:cNvPr>
          <p:cNvPicPr>
            <a:picLocks noChangeAspect="1"/>
          </p:cNvPicPr>
          <p:nvPr/>
        </p:nvPicPr>
        <p:blipFill>
          <a:blip r:embed="rId2"/>
          <a:srcRect t="23264" r="1" b="18926"/>
          <a:stretch/>
        </p:blipFill>
        <p:spPr>
          <a:xfrm>
            <a:off x="246335" y="0"/>
            <a:ext cx="11942617" cy="6904201"/>
          </a:xfrm>
          <a:custGeom>
            <a:avLst/>
            <a:gdLst/>
            <a:ahLst/>
            <a:cxnLst/>
            <a:rect l="l" t="t" r="r" b="b"/>
            <a:pathLst>
              <a:path w="11862683" h="6858000">
                <a:moveTo>
                  <a:pt x="0" y="0"/>
                </a:moveTo>
                <a:lnTo>
                  <a:pt x="4038600" y="0"/>
                </a:lnTo>
                <a:lnTo>
                  <a:pt x="4114800" y="0"/>
                </a:lnTo>
                <a:lnTo>
                  <a:pt x="4282294" y="0"/>
                </a:lnTo>
                <a:lnTo>
                  <a:pt x="6139260" y="0"/>
                </a:lnTo>
                <a:lnTo>
                  <a:pt x="6362810" y="0"/>
                </a:lnTo>
                <a:lnTo>
                  <a:pt x="7272221" y="0"/>
                </a:lnTo>
                <a:lnTo>
                  <a:pt x="10815342" y="0"/>
                </a:lnTo>
                <a:cubicBezTo>
                  <a:pt x="10709672" y="35571"/>
                  <a:pt x="10607020" y="78255"/>
                  <a:pt x="10501350" y="110269"/>
                </a:cubicBezTo>
                <a:cubicBezTo>
                  <a:pt x="10516447" y="145839"/>
                  <a:pt x="10531542" y="138725"/>
                  <a:pt x="10546639" y="135168"/>
                </a:cubicBezTo>
                <a:cubicBezTo>
                  <a:pt x="10637212" y="120941"/>
                  <a:pt x="10730806" y="110269"/>
                  <a:pt x="10818360" y="71141"/>
                </a:cubicBezTo>
                <a:cubicBezTo>
                  <a:pt x="10839496" y="64027"/>
                  <a:pt x="10863648" y="64027"/>
                  <a:pt x="10872705" y="88927"/>
                </a:cubicBezTo>
                <a:cubicBezTo>
                  <a:pt x="10887801" y="124497"/>
                  <a:pt x="10866668" y="145839"/>
                  <a:pt x="10845532" y="163625"/>
                </a:cubicBezTo>
                <a:cubicBezTo>
                  <a:pt x="10809304" y="195638"/>
                  <a:pt x="10767036" y="188525"/>
                  <a:pt x="10727787" y="192082"/>
                </a:cubicBezTo>
                <a:cubicBezTo>
                  <a:pt x="10619098" y="209867"/>
                  <a:pt x="10567772" y="259665"/>
                  <a:pt x="10543619" y="373491"/>
                </a:cubicBezTo>
                <a:cubicBezTo>
                  <a:pt x="10637212" y="327250"/>
                  <a:pt x="10730806" y="384162"/>
                  <a:pt x="10821380" y="352148"/>
                </a:cubicBezTo>
                <a:cubicBezTo>
                  <a:pt x="10845532" y="345034"/>
                  <a:pt x="10881763" y="355706"/>
                  <a:pt x="10869686" y="394834"/>
                </a:cubicBezTo>
                <a:cubicBezTo>
                  <a:pt x="10857610" y="430405"/>
                  <a:pt x="10818360" y="458860"/>
                  <a:pt x="10887801" y="451747"/>
                </a:cubicBezTo>
                <a:cubicBezTo>
                  <a:pt x="10939127" y="448189"/>
                  <a:pt x="10954222" y="405504"/>
                  <a:pt x="10969318" y="359262"/>
                </a:cubicBezTo>
                <a:cubicBezTo>
                  <a:pt x="10981394" y="334364"/>
                  <a:pt x="11014605" y="320135"/>
                  <a:pt x="11038758" y="334364"/>
                </a:cubicBezTo>
                <a:cubicBezTo>
                  <a:pt x="11068949" y="348592"/>
                  <a:pt x="11059892" y="387720"/>
                  <a:pt x="11059892" y="416176"/>
                </a:cubicBezTo>
                <a:cubicBezTo>
                  <a:pt x="11062912" y="469532"/>
                  <a:pt x="11038758" y="494431"/>
                  <a:pt x="10996491" y="505101"/>
                </a:cubicBezTo>
                <a:cubicBezTo>
                  <a:pt x="10945164" y="519330"/>
                  <a:pt x="10893840" y="537116"/>
                  <a:pt x="10827418" y="558458"/>
                </a:cubicBezTo>
                <a:cubicBezTo>
                  <a:pt x="10899878" y="594028"/>
                  <a:pt x="10954222" y="586915"/>
                  <a:pt x="11008566" y="558458"/>
                </a:cubicBezTo>
                <a:cubicBezTo>
                  <a:pt x="11074988" y="526444"/>
                  <a:pt x="11162542" y="483759"/>
                  <a:pt x="11216886" y="522887"/>
                </a:cubicBezTo>
                <a:cubicBezTo>
                  <a:pt x="11298403" y="579800"/>
                  <a:pt x="11364824" y="544229"/>
                  <a:pt x="11437284" y="533558"/>
                </a:cubicBezTo>
                <a:cubicBezTo>
                  <a:pt x="11588242" y="512216"/>
                  <a:pt x="11494648" y="480203"/>
                  <a:pt x="11645605" y="462417"/>
                </a:cubicBezTo>
                <a:cubicBezTo>
                  <a:pt x="11705988" y="455303"/>
                  <a:pt x="11769390" y="426847"/>
                  <a:pt x="11856944" y="465975"/>
                </a:cubicBezTo>
                <a:cubicBezTo>
                  <a:pt x="11461437" y="672284"/>
                  <a:pt x="11274250" y="658055"/>
                  <a:pt x="10921012" y="910606"/>
                </a:cubicBezTo>
                <a:cubicBezTo>
                  <a:pt x="10936107" y="935506"/>
                  <a:pt x="10951202" y="924835"/>
                  <a:pt x="10966299" y="921277"/>
                </a:cubicBezTo>
                <a:cubicBezTo>
                  <a:pt x="10990452" y="917720"/>
                  <a:pt x="11020644" y="903491"/>
                  <a:pt x="11026682" y="949734"/>
                </a:cubicBezTo>
                <a:cubicBezTo>
                  <a:pt x="11029702" y="985305"/>
                  <a:pt x="11011585" y="1003089"/>
                  <a:pt x="10981394" y="1006647"/>
                </a:cubicBezTo>
                <a:cubicBezTo>
                  <a:pt x="10893840" y="1020875"/>
                  <a:pt x="10815342" y="1070674"/>
                  <a:pt x="10736844" y="1113358"/>
                </a:cubicBezTo>
                <a:cubicBezTo>
                  <a:pt x="10700615" y="1131144"/>
                  <a:pt x="10661366" y="1156043"/>
                  <a:pt x="10676462" y="1220069"/>
                </a:cubicBezTo>
                <a:cubicBezTo>
                  <a:pt x="10706652" y="1237855"/>
                  <a:pt x="10727787" y="1212955"/>
                  <a:pt x="10751940" y="1209399"/>
                </a:cubicBezTo>
                <a:cubicBezTo>
                  <a:pt x="10776093" y="1205842"/>
                  <a:pt x="10833457" y="1220069"/>
                  <a:pt x="10818360" y="1230741"/>
                </a:cubicBezTo>
                <a:cubicBezTo>
                  <a:pt x="10748920" y="1269868"/>
                  <a:pt x="10875724" y="1365909"/>
                  <a:pt x="10791190" y="1365909"/>
                </a:cubicBezTo>
                <a:cubicBezTo>
                  <a:pt x="10652309" y="1365909"/>
                  <a:pt x="10576830" y="1536647"/>
                  <a:pt x="10443988" y="1540204"/>
                </a:cubicBezTo>
                <a:cubicBezTo>
                  <a:pt x="10422854" y="1540204"/>
                  <a:pt x="10413797" y="1572219"/>
                  <a:pt x="10413797" y="1597117"/>
                </a:cubicBezTo>
                <a:cubicBezTo>
                  <a:pt x="10413797" y="1629132"/>
                  <a:pt x="10434930" y="1632688"/>
                  <a:pt x="10456064" y="1636245"/>
                </a:cubicBezTo>
                <a:cubicBezTo>
                  <a:pt x="10489275" y="1639802"/>
                  <a:pt x="10525504" y="1597117"/>
                  <a:pt x="10567772" y="1657587"/>
                </a:cubicBezTo>
                <a:cubicBezTo>
                  <a:pt x="10489275" y="1693158"/>
                  <a:pt x="10407758" y="1728729"/>
                  <a:pt x="10410777" y="1849668"/>
                </a:cubicBezTo>
                <a:cubicBezTo>
                  <a:pt x="10410777" y="1881683"/>
                  <a:pt x="10377566" y="1895910"/>
                  <a:pt x="10353413" y="1903025"/>
                </a:cubicBezTo>
                <a:cubicBezTo>
                  <a:pt x="10311146" y="1917252"/>
                  <a:pt x="10277935" y="1938595"/>
                  <a:pt x="10253782" y="1984836"/>
                </a:cubicBezTo>
                <a:cubicBezTo>
                  <a:pt x="10253782" y="1995507"/>
                  <a:pt x="10253782" y="2002622"/>
                  <a:pt x="10253782" y="2013292"/>
                </a:cubicBezTo>
                <a:cubicBezTo>
                  <a:pt x="10259820" y="2123562"/>
                  <a:pt x="10320202" y="2120004"/>
                  <a:pt x="10386624" y="2102219"/>
                </a:cubicBezTo>
                <a:cubicBezTo>
                  <a:pt x="10465122" y="2080877"/>
                  <a:pt x="10543619" y="2038192"/>
                  <a:pt x="10628156" y="2077320"/>
                </a:cubicBezTo>
                <a:cubicBezTo>
                  <a:pt x="10510408" y="2130676"/>
                  <a:pt x="10380586" y="2134233"/>
                  <a:pt x="10271896" y="2208931"/>
                </a:cubicBezTo>
                <a:cubicBezTo>
                  <a:pt x="10676462" y="2223159"/>
                  <a:pt x="11032720" y="1984836"/>
                  <a:pt x="11425208" y="1892353"/>
                </a:cubicBezTo>
                <a:cubicBezTo>
                  <a:pt x="11413131" y="1952823"/>
                  <a:pt x="11379920" y="1967051"/>
                  <a:pt x="11352748" y="1974165"/>
                </a:cubicBezTo>
                <a:cubicBezTo>
                  <a:pt x="11207830" y="2020407"/>
                  <a:pt x="11081026" y="2112891"/>
                  <a:pt x="10948184" y="2191146"/>
                </a:cubicBezTo>
                <a:cubicBezTo>
                  <a:pt x="10893840" y="2223159"/>
                  <a:pt x="10854590" y="2258731"/>
                  <a:pt x="10833457" y="2326314"/>
                </a:cubicBezTo>
                <a:cubicBezTo>
                  <a:pt x="10815342" y="2390340"/>
                  <a:pt x="10779112" y="2418796"/>
                  <a:pt x="10712690" y="2401012"/>
                </a:cubicBezTo>
                <a:cubicBezTo>
                  <a:pt x="10658346" y="2386784"/>
                  <a:pt x="10600982" y="2393898"/>
                  <a:pt x="10543619" y="2401012"/>
                </a:cubicBezTo>
                <a:cubicBezTo>
                  <a:pt x="10480218" y="2408126"/>
                  <a:pt x="10407758" y="2479267"/>
                  <a:pt x="10422854" y="2518395"/>
                </a:cubicBezTo>
                <a:cubicBezTo>
                  <a:pt x="10453044" y="2582422"/>
                  <a:pt x="10504370" y="2550408"/>
                  <a:pt x="10546639" y="2543294"/>
                </a:cubicBezTo>
                <a:cubicBezTo>
                  <a:pt x="10597964" y="2536181"/>
                  <a:pt x="10691556" y="2518395"/>
                  <a:pt x="10691556" y="2525509"/>
                </a:cubicBezTo>
                <a:cubicBezTo>
                  <a:pt x="10724768" y="2685576"/>
                  <a:pt x="10800246" y="2564636"/>
                  <a:pt x="10854590" y="2564636"/>
                </a:cubicBezTo>
                <a:cubicBezTo>
                  <a:pt x="10905916" y="2564636"/>
                  <a:pt x="10957241" y="2546851"/>
                  <a:pt x="11005548" y="2532623"/>
                </a:cubicBezTo>
                <a:cubicBezTo>
                  <a:pt x="11068949" y="2514837"/>
                  <a:pt x="11126312" y="2546851"/>
                  <a:pt x="11186696" y="2553965"/>
                </a:cubicBezTo>
                <a:cubicBezTo>
                  <a:pt x="11241040" y="2561080"/>
                  <a:pt x="11210850" y="2653563"/>
                  <a:pt x="11244060" y="2692689"/>
                </a:cubicBezTo>
                <a:cubicBezTo>
                  <a:pt x="11250097" y="2703362"/>
                  <a:pt x="11256136" y="2703362"/>
                  <a:pt x="11262174" y="2703362"/>
                </a:cubicBezTo>
                <a:cubicBezTo>
                  <a:pt x="11280289" y="2980812"/>
                  <a:pt x="11597299" y="2913227"/>
                  <a:pt x="11597299" y="2923898"/>
                </a:cubicBezTo>
                <a:cubicBezTo>
                  <a:pt x="11624471" y="2941684"/>
                  <a:pt x="11657682" y="2899000"/>
                  <a:pt x="11690892" y="2941684"/>
                </a:cubicBezTo>
                <a:cubicBezTo>
                  <a:pt x="11548993" y="3137322"/>
                  <a:pt x="11331614" y="3183563"/>
                  <a:pt x="11138390" y="3329402"/>
                </a:cubicBezTo>
                <a:cubicBezTo>
                  <a:pt x="11298403" y="3379202"/>
                  <a:pt x="11391998" y="3208463"/>
                  <a:pt x="11509744" y="3229805"/>
                </a:cubicBezTo>
                <a:cubicBezTo>
                  <a:pt x="11567107" y="3283162"/>
                  <a:pt x="11395016" y="3368530"/>
                  <a:pt x="11561068" y="3393429"/>
                </a:cubicBezTo>
                <a:cubicBezTo>
                  <a:pt x="11488610" y="3439672"/>
                  <a:pt x="11437284" y="3485914"/>
                  <a:pt x="11385959" y="3539269"/>
                </a:cubicBezTo>
                <a:cubicBezTo>
                  <a:pt x="11298403" y="3635309"/>
                  <a:pt x="11280289" y="3699337"/>
                  <a:pt x="11322556" y="3827390"/>
                </a:cubicBezTo>
                <a:cubicBezTo>
                  <a:pt x="11349730" y="3912759"/>
                  <a:pt x="11388978" y="3991015"/>
                  <a:pt x="11352748" y="4090612"/>
                </a:cubicBezTo>
                <a:cubicBezTo>
                  <a:pt x="11328595" y="4158196"/>
                  <a:pt x="11337653" y="4204438"/>
                  <a:pt x="11428226" y="4172424"/>
                </a:cubicBezTo>
                <a:cubicBezTo>
                  <a:pt x="11524840" y="4140411"/>
                  <a:pt x="11561068" y="4200882"/>
                  <a:pt x="11536915" y="4321821"/>
                </a:cubicBezTo>
                <a:cubicBezTo>
                  <a:pt x="11521821" y="4400076"/>
                  <a:pt x="11536915" y="4424975"/>
                  <a:pt x="11603338" y="4414305"/>
                </a:cubicBezTo>
                <a:cubicBezTo>
                  <a:pt x="11675796" y="4403633"/>
                  <a:pt x="11745236" y="4353835"/>
                  <a:pt x="11835811" y="4378734"/>
                </a:cubicBezTo>
                <a:cubicBezTo>
                  <a:pt x="11763352" y="4521016"/>
                  <a:pt x="11609374" y="4478331"/>
                  <a:pt x="11524840" y="4613499"/>
                </a:cubicBezTo>
                <a:cubicBezTo>
                  <a:pt x="11624471" y="4613499"/>
                  <a:pt x="11702969" y="4613499"/>
                  <a:pt x="11775427" y="4585042"/>
                </a:cubicBezTo>
                <a:cubicBezTo>
                  <a:pt x="11805619" y="4574373"/>
                  <a:pt x="11838830" y="4560144"/>
                  <a:pt x="11856944" y="4602828"/>
                </a:cubicBezTo>
                <a:cubicBezTo>
                  <a:pt x="11878080" y="4652628"/>
                  <a:pt x="11835811" y="4670412"/>
                  <a:pt x="11811658" y="4677526"/>
                </a:cubicBezTo>
                <a:cubicBezTo>
                  <a:pt x="11742216" y="4702425"/>
                  <a:pt x="11687874" y="4759339"/>
                  <a:pt x="11627490" y="4805580"/>
                </a:cubicBezTo>
                <a:cubicBezTo>
                  <a:pt x="11497668" y="4905177"/>
                  <a:pt x="11355767" y="4990547"/>
                  <a:pt x="11247078" y="5154171"/>
                </a:cubicBezTo>
                <a:cubicBezTo>
                  <a:pt x="11382940" y="5111487"/>
                  <a:pt x="11485590" y="5011889"/>
                  <a:pt x="11615414" y="4994104"/>
                </a:cubicBezTo>
                <a:cubicBezTo>
                  <a:pt x="11503704" y="5143500"/>
                  <a:pt x="11361806" y="5243097"/>
                  <a:pt x="11228964" y="5353367"/>
                </a:cubicBezTo>
                <a:cubicBezTo>
                  <a:pt x="11189714" y="5385379"/>
                  <a:pt x="11150466" y="5406721"/>
                  <a:pt x="11144428" y="5474306"/>
                </a:cubicBezTo>
                <a:cubicBezTo>
                  <a:pt x="11126312" y="5605917"/>
                  <a:pt x="11078008" y="5712629"/>
                  <a:pt x="10969318" y="5769542"/>
                </a:cubicBezTo>
                <a:cubicBezTo>
                  <a:pt x="10969318" y="5769542"/>
                  <a:pt x="10975356" y="5790884"/>
                  <a:pt x="10978374" y="5801555"/>
                </a:cubicBezTo>
                <a:cubicBezTo>
                  <a:pt x="11044797" y="5805112"/>
                  <a:pt x="11096122" y="5726858"/>
                  <a:pt x="11177639" y="5755314"/>
                </a:cubicBezTo>
                <a:cubicBezTo>
                  <a:pt x="11096122" y="5862025"/>
                  <a:pt x="11029702" y="5954508"/>
                  <a:pt x="10917992" y="6004307"/>
                </a:cubicBezTo>
                <a:cubicBezTo>
                  <a:pt x="10827418" y="6043434"/>
                  <a:pt x="10715710" y="6068335"/>
                  <a:pt x="10649289" y="6196388"/>
                </a:cubicBezTo>
                <a:cubicBezTo>
                  <a:pt x="10724768" y="6221287"/>
                  <a:pt x="10782132" y="6189274"/>
                  <a:pt x="10839496" y="6167932"/>
                </a:cubicBezTo>
                <a:cubicBezTo>
                  <a:pt x="10927050" y="6132361"/>
                  <a:pt x="11014605" y="6093234"/>
                  <a:pt x="11102160" y="6057663"/>
                </a:cubicBezTo>
                <a:cubicBezTo>
                  <a:pt x="11135372" y="6043434"/>
                  <a:pt x="11171600" y="6036320"/>
                  <a:pt x="11192734" y="6100347"/>
                </a:cubicBezTo>
                <a:cubicBezTo>
                  <a:pt x="11081026" y="6114575"/>
                  <a:pt x="11014605" y="6199945"/>
                  <a:pt x="10945164" y="6281757"/>
                </a:cubicBezTo>
                <a:cubicBezTo>
                  <a:pt x="10905916" y="6327999"/>
                  <a:pt x="10872705" y="6388469"/>
                  <a:pt x="10803265" y="6367127"/>
                </a:cubicBezTo>
                <a:cubicBezTo>
                  <a:pt x="10767036" y="6356456"/>
                  <a:pt x="10742882" y="6388469"/>
                  <a:pt x="10745901" y="6431153"/>
                </a:cubicBezTo>
                <a:cubicBezTo>
                  <a:pt x="10760998" y="6580550"/>
                  <a:pt x="10673442" y="6630349"/>
                  <a:pt x="10582868" y="6658805"/>
                </a:cubicBezTo>
                <a:cubicBezTo>
                  <a:pt x="10450026" y="6701489"/>
                  <a:pt x="10332280" y="6786859"/>
                  <a:pt x="10208496" y="6858000"/>
                </a:cubicBezTo>
                <a:lnTo>
                  <a:pt x="7272221" y="6858000"/>
                </a:lnTo>
                <a:lnTo>
                  <a:pt x="6362810" y="6858000"/>
                </a:lnTo>
                <a:lnTo>
                  <a:pt x="6139260" y="6858000"/>
                </a:lnTo>
                <a:lnTo>
                  <a:pt x="4282294" y="6858000"/>
                </a:lnTo>
                <a:lnTo>
                  <a:pt x="4114800" y="6858000"/>
                </a:lnTo>
                <a:lnTo>
                  <a:pt x="4038600" y="6858000"/>
                </a:lnTo>
                <a:lnTo>
                  <a:pt x="0" y="6858000"/>
                </a:lnTo>
                <a:close/>
              </a:path>
            </a:pathLst>
          </a:custGeom>
        </p:spPr>
      </p:pic>
    </p:spTree>
    <p:extLst>
      <p:ext uri="{BB962C8B-B14F-4D97-AF65-F5344CB8AC3E}">
        <p14:creationId xmlns:p14="http://schemas.microsoft.com/office/powerpoint/2010/main" val="2520566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1149</TotalTime>
  <Words>3577</Words>
  <Application>Microsoft Macintosh PowerPoint</Application>
  <PresentationFormat>Widescreen</PresentationFormat>
  <Paragraphs>342</Paragraphs>
  <Slides>39</Slides>
  <Notes>0</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39</vt:i4>
      </vt:variant>
    </vt:vector>
  </HeadingPairs>
  <TitlesOfParts>
    <vt:vector size="61" baseType="lpstr">
      <vt:lpstr>-webkit-standard</vt:lpstr>
      <vt:lpstr>ACADEMY ENGRAVED LET PLAIN:1.0</vt:lpstr>
      <vt:lpstr>AkayaKanadaka</vt:lpstr>
      <vt:lpstr>Aldhabi</vt:lpstr>
      <vt:lpstr>Annai MN</vt:lpstr>
      <vt:lpstr>APPLE CHANCERY</vt:lpstr>
      <vt:lpstr>APPLE CHANCERY</vt:lpstr>
      <vt:lpstr>Aptos</vt:lpstr>
      <vt:lpstr>Aptos Display</vt:lpstr>
      <vt:lpstr>Archivo Black</vt:lpstr>
      <vt:lpstr>Arial</vt:lpstr>
      <vt:lpstr>Baloo Bhaina 2</vt:lpstr>
      <vt:lpstr>Calibri</vt:lpstr>
      <vt:lpstr>Canva Sans</vt:lpstr>
      <vt:lpstr>Canva Sans Bold</vt:lpstr>
      <vt:lpstr>Chakra Petch</vt:lpstr>
      <vt:lpstr>Hammersmith One</vt:lpstr>
      <vt:lpstr>Montserrat</vt:lpstr>
      <vt:lpstr>Montserrat Ultra-Bold</vt:lpstr>
      <vt:lpstr>Open Sans Extra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Kothamasu, Lakshmi Priya</dc:creator>
  <cp:lastModifiedBy>Sudhir Kandukuri</cp:lastModifiedBy>
  <cp:revision>69</cp:revision>
  <dcterms:created xsi:type="dcterms:W3CDTF">2024-12-03T18:43:23Z</dcterms:created>
  <dcterms:modified xsi:type="dcterms:W3CDTF">2026-01-02T16:49:38Z</dcterms:modified>
</cp:coreProperties>
</file>